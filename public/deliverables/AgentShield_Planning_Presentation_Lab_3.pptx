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63b3930df4162" /><Relationship Type="http://schemas.openxmlformats.org/officeDocument/2006/relationships/extended-properties" Target="/docProps/app.xml" Id="Rb13f0ec930ab493e" /><Relationship Type="http://schemas.openxmlformats.org/officeDocument/2006/relationships/officeDocument" Target="/ppt/presentation.xml" Id="Rdd1c8755e9144a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84dd636b74406c"/>
    <p:sldMasterId xmlns:r="http://schemas.openxmlformats.org/officeDocument/2006/relationships" id="2147483650" r:id="R224d929e021541bc"/>
    <p:sldMasterId xmlns:r="http://schemas.openxmlformats.org/officeDocument/2006/relationships" id="2147483652" r:id="Rf08f8f927f254e80"/>
    <p:sldMasterId xmlns:r="http://schemas.openxmlformats.org/officeDocument/2006/relationships" id="2147483664" r:id="Rcebc80b2330b4eb7"/>
  </p:sldMasterIdLst>
  <p:notesMasterIdLst>
    <p:notesMasterId xmlns:r="http://schemas.openxmlformats.org/officeDocument/2006/relationships" r:id="Rc9471bdf2ee94ff5"/>
  </p:notesMasterIdLst>
  <p:sldIdLst>
    <p:sldId xmlns:r="http://schemas.openxmlformats.org/officeDocument/2006/relationships" id="256" r:id="R5886c16f5b6e42a0"/>
    <p:sldId xmlns:r="http://schemas.openxmlformats.org/officeDocument/2006/relationships" id="257" r:id="Re447cd2ef8bb4fd5"/>
    <p:sldId xmlns:r="http://schemas.openxmlformats.org/officeDocument/2006/relationships" id="258" r:id="Rb75ff3bd9d7a49a6"/>
    <p:sldId xmlns:r="http://schemas.openxmlformats.org/officeDocument/2006/relationships" id="259" r:id="R5d49b0728b70482b"/>
    <p:sldId xmlns:r="http://schemas.openxmlformats.org/officeDocument/2006/relationships" id="260" r:id="Raaf14c25f7ae496e"/>
    <p:sldId xmlns:r="http://schemas.openxmlformats.org/officeDocument/2006/relationships" id="261" r:id="Rcff9eb2bc19a4804"/>
    <p:sldId xmlns:r="http://schemas.openxmlformats.org/officeDocument/2006/relationships" id="262" r:id="Rcbddd4b1a3974b74"/>
    <p:sldId xmlns:r="http://schemas.openxmlformats.org/officeDocument/2006/relationships" id="263" r:id="Rc46962a6211d45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19802d32d4f0a" /><Relationship Type="http://schemas.openxmlformats.org/officeDocument/2006/relationships/slideMaster" Target="/ppt/slideMasters/slideMaster1.xml" Id="R3684dd636b74406c" /><Relationship Type="http://schemas.openxmlformats.org/officeDocument/2006/relationships/slideMaster" Target="/ppt/slideMasters/slideMaster2.xml" Id="R224d929e021541bc" /><Relationship Type="http://schemas.openxmlformats.org/officeDocument/2006/relationships/slideMaster" Target="/ppt/slideMasters/slideMaster3.xml" Id="Rf08f8f927f254e80" /><Relationship Type="http://schemas.openxmlformats.org/officeDocument/2006/relationships/slideMaster" Target="/ppt/slideMasters/slideMaster4.xml" Id="Rcebc80b2330b4eb7" /><Relationship Type="http://schemas.openxmlformats.org/officeDocument/2006/relationships/notesMaster" Target="/ppt/notesMasters/notesMaster1.xml" Id="Rc9471bdf2ee94ff5" /><Relationship Type="http://schemas.openxmlformats.org/officeDocument/2006/relationships/presProps" Target="/ppt/presProps.xml" Id="Rfc8526ad52f34205" /><Relationship Type="http://schemas.openxmlformats.org/officeDocument/2006/relationships/viewProps" Target="/ppt/viewProps.xml" Id="Rf5af771df8664930" /><Relationship Type="http://schemas.openxmlformats.org/officeDocument/2006/relationships/tableStyles" Target="/ppt/tableStyles.xml" Id="R56e04c7aca0e4b52" /><Relationship Type="http://schemas.openxmlformats.org/officeDocument/2006/relationships/slide" Target="/ppt/slides/slide1.xml" Id="R5886c16f5b6e42a0" /><Relationship Type="http://schemas.openxmlformats.org/officeDocument/2006/relationships/slide" Target="/ppt/slides/slide2.xml" Id="Re447cd2ef8bb4fd5" /><Relationship Type="http://schemas.openxmlformats.org/officeDocument/2006/relationships/slide" Target="/ppt/slides/slide3.xml" Id="Rb75ff3bd9d7a49a6" /><Relationship Type="http://schemas.openxmlformats.org/officeDocument/2006/relationships/slide" Target="/ppt/slides/slide4.xml" Id="R5d49b0728b70482b" /><Relationship Type="http://schemas.openxmlformats.org/officeDocument/2006/relationships/slide" Target="/ppt/slides/slide5.xml" Id="Raaf14c25f7ae496e" /><Relationship Type="http://schemas.openxmlformats.org/officeDocument/2006/relationships/slide" Target="/ppt/slides/slide6.xml" Id="Rcff9eb2bc19a4804" /><Relationship Type="http://schemas.openxmlformats.org/officeDocument/2006/relationships/slide" Target="/ppt/slides/slide7.xml" Id="Rcbddd4b1a3974b74" /><Relationship Type="http://schemas.openxmlformats.org/officeDocument/2006/relationships/slide" Target="/ppt/slides/slide8.xml" Id="Rc46962a6211d45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eb00acc82eb245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eca59ac934f43" /><Relationship Type="http://schemas.openxmlformats.org/officeDocument/2006/relationships/notesMaster" Target="/ppt/notesMasters/notesMaster1.xml" Id="R45f31ea8451f4c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0d60f63a34c9d" /><Relationship Type="http://schemas.openxmlformats.org/officeDocument/2006/relationships/notesMaster" Target="/ppt/notesMasters/notesMaster1.xml" Id="Rc1e6fb29e1aa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cb61e73c647d5" /><Relationship Type="http://schemas.openxmlformats.org/officeDocument/2006/relationships/notesMaster" Target="/ppt/notesMasters/notesMaster1.xml" Id="Rf44bbee0aa6643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746e81cd364dd6" /><Relationship Type="http://schemas.openxmlformats.org/officeDocument/2006/relationships/notesMaster" Target="/ppt/notesMasters/notesMaster1.xml" Id="R1b8ba29e98f043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485f63752d40a5" /><Relationship Type="http://schemas.openxmlformats.org/officeDocument/2006/relationships/notesMaster" Target="/ppt/notesMasters/notesMaster1.xml" Id="Ra4b0186efe474f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a5d5d5749d4c03" /><Relationship Type="http://schemas.openxmlformats.org/officeDocument/2006/relationships/notesMaster" Target="/ppt/notesMasters/notesMaster1.xml" Id="R236519016b7d46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3bf66d2a434f17" /><Relationship Type="http://schemas.openxmlformats.org/officeDocument/2006/relationships/notesMaster" Target="/ppt/notesMasters/notesMaster1.xml" Id="Rc9eff8703add4b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a8d28f64a4438c" /><Relationship Type="http://schemas.openxmlformats.org/officeDocument/2006/relationships/notesMaster" Target="/ppt/notesMasters/notesMaster1.xml" Id="R9bf5352a90014a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All technical content supplied by the user; no external assets or claims used.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All technical content supplied by the user; no external assets or claims used.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technical content supplied by the user; no external assets or claims used.</a:t>
            </a:r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All technical content supplied by the user; no external assets or claims used.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All technical content supplied by the user; no external assets or claims used.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All technical content supplied by the user; no external assets or claims used.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technical content supplied by the user; no external assets or claims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technical content supplied by the user; no external assets or claims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01bde0eda41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781d361edc4d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6e21d7fe5134e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05f3e69ce164c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37d0986278f4c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7331d585d448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f1907729bf84a3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c4842b8cfd54c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3124b9e50e64d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e7f2dac2ed34b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67edbe7df6448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72b102461b7430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2d367ab63904c0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4c28bf22a4644a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9d1488b4c42428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bc5a11e882a49a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928bb2b0a7748a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333206a4c4f495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debcc8a8d014f3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113d4043da747f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0fa95f3f402438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c4aeafaa6f341f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d17393da316491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5a6edf1e0f54f3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f5a19932fac4d9c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064f0a101d3414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68f4db3ed554e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986061-33B8-3F94-42BC-F3D67D4F1AB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B27730D-5CA7-ABF6-70E2-9FB4B8B9A0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DF36E2-5415-BF11-B4DB-4629D2726B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A48355-E2E3-0F26-E9A4-C313D4CE47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8DFD2D-39B6-ED64-4596-442FF397C5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D15C90-EA22-D3EB-2F26-442621E44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43AF32-A2F6-9811-8F15-B5B8B75568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11BB51-52A4-E915-7659-71ACECBF53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5FC7DB-4F34-08AB-7188-EFC8F2FE80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800D7E-E14D-4BA1-CB0B-1E716C57B5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E258C4-D0CA-0BAA-A787-8AD81D53A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CC14A1-6DA0-7E95-DD6F-938D3F2D19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91E500-B3AF-BCD9-47EE-C070F1BCF4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A89339-3352-79ED-8478-08B63F8788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77C69C-1514-5E88-A8C8-A22D38C043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9282EE-E268-B2CD-F84B-27972E6B6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9A16E4F-A7B6-7EED-E1C0-DEB0B82BFA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55D0D1-EE49-2192-69A3-DF3AF4356B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34628E-E042-A81B-CA53-2480E28E16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6EA4FBF-63AC-C668-2275-E789587BFD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984A75-AE09-CC4F-3482-6F6DD8C6B3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D16FEC-0AEA-DA37-242E-BA21CABE9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4D7C1A-BD84-53B8-E5EA-B9522C2290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59D9843-B89F-3640-D21E-02CF456051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046DF99-AF38-4DC5-7959-E5565672D8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64DAA70-6188-07DB-09F9-6C13A6CD7E2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5007E6D-9549-14A1-C3BA-8DB327536B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23B20E0-45EA-CB05-D6E9-04B5D9E538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002F732-70B4-C8AF-418E-0643867560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76DF22-69A8-EF47-4321-908D0EB24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24F8106-26E4-2303-8D6A-1A6E1CF3F2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B48B2AD-442E-986E-4F1E-2E04FAAF30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7273197-43A9-44AF-7A85-135C04D284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8563900-C95D-DB54-05D5-04681D303D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64CA944-92E2-A63A-C84B-001E6CB547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D849024-0730-7313-10C6-A82ACBDE9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0B50ED-593D-0617-C17F-F5D6A8005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EED7E1-6130-DC9F-56B0-9C8068C23E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7DEAEDD-4E13-E60D-704C-0B7000D134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C2EA2A-1F02-D921-8178-2444AFF04D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A33A04C-17F5-9454-0E60-B932902565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E415DB-EECB-B434-B70D-10E77C4326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A84A3-0B57-8DE7-DA8D-F56A5B612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2196977-1C59-42FA-3493-E6D5BBEA632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D304ECD-6B79-1611-AE3E-5F32C194E2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85ECB0-3CC1-1C5F-65F1-92480C488D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A396E3-0BC1-2A9F-52AC-88CEE18782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2426D4-AC62-7A45-1F06-FA1BC3B6AA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14038A-AA14-0B60-B0F7-58DD7B237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397AA5-4F77-2197-56CC-37A0E238C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9567BA-777D-F74E-445F-0B43BCD8A6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4A3BC2-C231-DD29-AF2C-42A724D608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15654F-4E81-A4FD-E032-F26B945DE5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6AA939D-DB0B-020E-1A8B-EF14A1032C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24D61B-0737-445A-A150-2821D90812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33AA6E-2D9F-330F-636C-28E63E64C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5AE87B-8291-3C91-878C-C4CC0DEBB4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C49307-B5E7-8A4A-A638-87DBB65D0E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reeform 6">
            <a:extLst xmlns:a="http://schemas.openxmlformats.org/drawingml/2006/main">
              <a:ext uri="{FF2B5EF4-FFF2-40B4-BE49-F238E27FC236}">
                <a16:creationId xmlns:a16="http://schemas.microsoft.com/office/drawing/2014/main" id="{CC84A775-5ABC-4FE7-81F9-D2AFE460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175"/>
            <a:ext cx="12192000" cy="5203825"/>
          </a:xfrm>
          <a:custGeom xmlns:a="http://schemas.openxmlformats.org/drawingml/2006/main"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1D5D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582C16-639E-4582-93A5-CC626E8A3F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10001" y="1449147"/>
            <a:ext cx="10572000" cy="29710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5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7E719D4-FE58-446E-9DF7-84996CAEA7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10001" y="5280847"/>
            <a:ext cx="10572000" cy="434974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1BAE72-9C42-48D0-BEDF-71D3F218EB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C9BBB3-1FB2-4856-92FC-5F9F502654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3E8BF2-0032-4BF7-A895-8EFDD125F0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reeform 6">
            <a:extLst xmlns:a="http://schemas.openxmlformats.org/drawingml/2006/main">
              <a:ext uri="{FF2B5EF4-FFF2-40B4-BE49-F238E27FC236}">
                <a16:creationId xmlns:a16="http://schemas.microsoft.com/office/drawing/2014/main" id="{5C361BD8-7A8E-4897-9F05-8C38CD5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85988"/>
          </a:xfrm>
          <a:custGeom xmlns:a="http://schemas.openxmlformats.org/drawingml/2006/main"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8AE38D-92D2-4703-8ABD-63A25BA06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0000" y="447188"/>
            <a:ext cx="10571998" cy="970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8F0515-B4E3-4870-B429-84BE829B85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18712" y="2222287"/>
            <a:ext cx="10554574" cy="36365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99881B-6772-4B8C-ABD8-5698630C26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318DED-4EC7-4F91-BCC1-2061D06A92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F4A321-50F8-4686-86C4-C5E33AB110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eeform 7">
            <a:extLst xmlns:a="http://schemas.openxmlformats.org/drawingml/2006/main">
              <a:ext uri="{FF2B5EF4-FFF2-40B4-BE49-F238E27FC236}">
                <a16:creationId xmlns:a16="http://schemas.microsoft.com/office/drawing/2014/main" id="{7C84AB31-E967-45B5-AB7F-2F1987D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5203825"/>
          </a:xfrm>
          <a:custGeom xmlns:a="http://schemas.openxmlformats.org/drawingml/2006/main"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438D5-8D3F-4BD2-9E03-600BD43ED2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0000" y="2951396"/>
            <a:ext cx="10561418" cy="1468800"/>
          </a:xfrm>
        </p:spPr>
        <p:txBody>
          <a:bodyPr xmlns:a="http://schemas.openxmlformats.org/drawingml/2006/main" anchor="b"/>
          <a:lstStyle xmlns:a="http://schemas.openxmlformats.org/drawingml/2006/main">
            <a:lvl1pPr algn="r">
              <a:buNone/>
              <a:defRPr sz="4800" b="1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6401EB-474C-450D-82A8-772A85E8C0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0000" y="5281201"/>
            <a:ext cx="10561418" cy="43395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BEF3C5-0F6B-4865-BADD-AEF300F63E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6EE1C7-2F31-453B-903D-CF2E8F9FC3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F629F6-C0E0-4DE6-8081-4A12EB0258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6">
            <a:extLst xmlns:a="http://schemas.openxmlformats.org/drawingml/2006/main">
              <a:ext uri="{FF2B5EF4-FFF2-40B4-BE49-F238E27FC236}">
                <a16:creationId xmlns:a16="http://schemas.microsoft.com/office/drawing/2014/main" id="{03CBF10E-A5C2-47FB-8BA2-A3153DA3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85988"/>
          </a:xfrm>
          <a:custGeom xmlns:a="http://schemas.openxmlformats.org/drawingml/2006/main"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38EAAA-F529-417A-8C61-94FEEBD2E9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42440B-A07E-454A-8ADA-9A9B6D7B2D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18712" y="2222287"/>
            <a:ext cx="5185873" cy="36387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15E4543-DEA5-4432-A5D1-09599522FBB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87415" y="2222287"/>
            <a:ext cx="5194583" cy="363876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349E12B-0F09-4797-84D8-4A917E4E10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AFC6391-7DCD-4218-9455-0281BE07B3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BE641E0-49B4-4B20-84BC-C1085AB81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eeform 6">
            <a:extLst xmlns:a="http://schemas.openxmlformats.org/drawingml/2006/main">
              <a:ext uri="{FF2B5EF4-FFF2-40B4-BE49-F238E27FC236}">
                <a16:creationId xmlns:a16="http://schemas.microsoft.com/office/drawing/2014/main" id="{C71D2BA3-E6C8-480F-8EA5-FFB49B74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85988"/>
          </a:xfrm>
          <a:custGeom xmlns:a="http://schemas.openxmlformats.org/drawingml/2006/main"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49F338-27BB-44AB-AB8D-5E9B30E490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9879-7DA7-46DF-B0B6-C6A30C51F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4728" y="2174875"/>
            <a:ext cx="5189857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AE691A-78E4-424A-8BD7-6C7D62D2D2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14729" y="2751138"/>
            <a:ext cx="5189856" cy="3109913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CCAC25-2FAC-46B4-8F59-9439DFD1B5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87415" y="2174875"/>
            <a:ext cx="519458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A56C6CF-AF7A-4AA5-A453-686AD9BDD12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87415" y="2751138"/>
            <a:ext cx="5194583" cy="3109913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7081172-6642-49E5-859B-C2DAB72E77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12AAF99-6B8E-49DB-BFCA-239C7CCF8C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CC73D39-C2F2-4D7C-8CBE-525CABB4E1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9B30C5D3-9618-4022-9389-7FD19B56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85988"/>
          </a:xfrm>
          <a:custGeom xmlns:a="http://schemas.openxmlformats.org/drawingml/2006/main"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F4ED08-6A26-4087-B72B-CBF08FAC3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D9CA2E2-4906-4E4D-91B3-630419B9ED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A3B9FC7-C7A1-43BD-A37F-22EF8D89CD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CF8382C-D24A-4BE3-909D-B977B32C58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2E14134-203E-4F92-9EFE-041D3A126B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081A9D4-36AB-4D9E-B168-0016A44B7B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E6F3BC5-A38C-48A3-80CE-46C9CE7723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reeform 6">
            <a:extLst xmlns:a="http://schemas.openxmlformats.org/drawingml/2006/main">
              <a:ext uri="{FF2B5EF4-FFF2-40B4-BE49-F238E27FC236}">
                <a16:creationId xmlns:a16="http://schemas.microsoft.com/office/drawing/2014/main" id="{77F407C8-4C7E-4BDB-9A34-4EDC7C3E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51" y="446087"/>
            <a:ext cx="3547533" cy="1814651"/>
          </a:xfrm>
          <a:custGeom xmlns:a="http://schemas.openxmlformats.org/drawingml/2006/main"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BA6DA3-45DB-458E-A109-9820743E0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3151" y="446088"/>
            <a:ext cx="3547533" cy="1618396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6073B5-1741-4435-B5A8-18A07621E3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855633" y="446088"/>
            <a:ext cx="6252633" cy="54149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A9CA0F3-48BC-4117-A53F-F4F16E96B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73151" y="2260738"/>
            <a:ext cx="3547533" cy="360031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78B5C09-9696-4741-BDCE-B2BA549E6C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2EFF-D8F7-40C4-81DE-75071AE87B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D5634E2-2F1B-4D11-B612-E402FAEEC6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B777E-E500-4106-9629-FE3FA91DE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4728" y="727522"/>
            <a:ext cx="4852988" cy="1617163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9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9F2D8833-2ABB-47A1-8678-642DA9253886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098117" y="0"/>
            <a:ext cx="6093883" cy="6858000"/>
          </a:xfrm>
          <a:custGeom xmlns:a="http://schemas.openxmlformats.org/drawingml/2006/main"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chemeClr val="tx2"/>
            </a:solidFill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buFontTx/>
              <a:buNone/>
              <a:defRPr sz="1400"/>
            </a:lvl1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EFA4A4F-F4C6-4AF2-A068-3957CAECA5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14728" y="2344684"/>
            <a:ext cx="4852988" cy="3516365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D66EF7-3570-46D8-A302-4E56BA0970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885810" y="6041362"/>
            <a:ext cx="97687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2D0C3E-FC37-4265-A5FA-3399C36819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90396" y="6041362"/>
            <a:ext cx="329541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3862B3-1E19-4CA5-A83C-B6B0060E1F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862689" y="5915888"/>
            <a:ext cx="1062155" cy="490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8F5707-4596-4F03-A8AB-14ACF23E6C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0000" y="4800600"/>
            <a:ext cx="10561418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21FC9655-EAC1-44A3-A15D-7111E1ECD035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2000" cy="4800600"/>
          </a:xfrm>
          <a:custGeom xmlns:a="http://schemas.openxmlformats.org/drawingml/2006/main"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 algn="ctr">
              <a:buFontTx/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454B7F-3EF4-4460-8A66-65FD5DC214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10000" y="5367338"/>
            <a:ext cx="10561418" cy="4937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AEDEFD-20CE-4E5C-8538-70DD4DBE96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84E1ED-E9FE-4291-B3DC-89AF2709C4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1796FF8-B692-4BE9-8401-A6BF2FF32F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6">
            <a:extLst xmlns:a="http://schemas.openxmlformats.org/drawingml/2006/main">
              <a:ext uri="{FF2B5EF4-FFF2-40B4-BE49-F238E27FC236}">
                <a16:creationId xmlns:a16="http://schemas.microsoft.com/office/drawing/2014/main" id="{265A55DA-CA67-4595-9DF4-93A5FDE4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97" y="1081456"/>
            <a:ext cx="6332416" cy="3239188"/>
          </a:xfrm>
          <a:custGeom xmlns:a="http://schemas.openxmlformats.org/drawingml/2006/main"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8E5B6F-44A7-44F0-BAA8-754D5EA52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985" y="1238502"/>
            <a:ext cx="5893840" cy="2645912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200" b="1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618926-10D6-488B-88B5-37EE64F2F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3190" y="4443680"/>
            <a:ext cx="5891636" cy="71324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3C5C3A92-A6FD-4CA4-B059-B0174755B09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574642" y="1081456"/>
            <a:ext cx="3810001" cy="407546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BE7A89-99ED-4DC1-BEFF-E47F0D9411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2B2417-7143-428B-AE69-E90CAA52A4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CFE734-D92D-4E21-B787-8491724F64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reeform 6">
            <a:extLst xmlns:a="http://schemas.openxmlformats.org/drawingml/2006/main">
              <a:ext uri="{FF2B5EF4-FFF2-40B4-BE49-F238E27FC236}">
                <a16:creationId xmlns:a16="http://schemas.microsoft.com/office/drawing/2014/main" id="{D38CAA23-9A7F-40F1-91D9-9CBA95E8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84" y="2286585"/>
            <a:ext cx="4895115" cy="2503972"/>
          </a:xfrm>
          <a:custGeom xmlns:a="http://schemas.openxmlformats.org/drawingml/2006/main"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itle 1">
            <a:extLst xmlns:a="http://schemas.openxmlformats.org/drawingml/2006/main">
              <a:ext uri="{FF2B5EF4-FFF2-40B4-BE49-F238E27FC236}">
                <a16:creationId xmlns:a16="http://schemas.microsoft.com/office/drawing/2014/main" id="{29697CE1-DC0B-455A-AAC1-EFDEDBEED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57089" y="2435957"/>
            <a:ext cx="4382521" cy="20077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B5A58BC-B509-4B35-B690-6235A4A8249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56000" y="2286000"/>
            <a:ext cx="4880300" cy="22955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FontTx/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CD983DB-7F55-4DFB-AD66-F5AD5B7E28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1AA5260-F962-47DC-96AA-A3690476F8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485647B-969E-4A19-93B1-CA41F0FDBB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reeform 6">
            <a:extLst xmlns:a="http://schemas.openxmlformats.org/drawingml/2006/main">
              <a:ext uri="{FF2B5EF4-FFF2-40B4-BE49-F238E27FC236}">
                <a16:creationId xmlns:a16="http://schemas.microsoft.com/office/drawing/2014/main" id="{E9222A51-3BA5-456F-8A09-4DE59F35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85988"/>
          </a:xfrm>
          <a:custGeom xmlns:a="http://schemas.openxmlformats.org/drawingml/2006/main"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F1E61B-36DF-4358-BCCE-CFFA7BDE5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0E9EB2-D05D-441A-A2A6-88F67E398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8F52FA-3D58-4CE4-B0DD-B2F405C401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DA6E3D-9CAE-458B-A36A-1D400FD77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45CE23-AC1F-40DC-AE94-A2783E9F3E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reeform 6">
            <a:extLst xmlns:a="http://schemas.openxmlformats.org/drawingml/2006/main">
              <a:ext uri="{FF2B5EF4-FFF2-40B4-BE49-F238E27FC236}">
                <a16:creationId xmlns:a16="http://schemas.microsoft.com/office/drawing/2014/main" id="{AC85B349-F306-4DB1-A5FB-85920D53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651" y="446089"/>
            <a:ext cx="4522349" cy="5414962"/>
          </a:xfrm>
          <a:custGeom xmlns:a="http://schemas.openxmlformats.org/drawingml/2006/main"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5CF0275-8F27-4E5B-84C9-6C80A948E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83540" y="586171"/>
            <a:ext cx="2494791" cy="513479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1AB1D4-69F2-4518-A894-70A0CFB688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0001" y="446089"/>
            <a:ext cx="6611540" cy="5414962"/>
          </a:xfrm>
        </p:spPr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271B76-A9DE-4D26-BD67-E825925DB3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92BB6A-9BC7-4194-B687-F3D99F0B34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EDA20-998C-48FA-AF6B-B04A53811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44fa3e82294c05" /><Relationship Type="http://schemas.openxmlformats.org/officeDocument/2006/relationships/slideLayout" Target="/ppt/slideLayouts/slideLayout1.xml" Id="Rc448124be24e462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3fc35c9445d48bd" /><Relationship Type="http://schemas.openxmlformats.org/officeDocument/2006/relationships/slideLayout" Target="/ppt/slideLayouts/slideLayout2.xml" Id="R23dcd5497c37444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5f2d2bb2fe346c4" /><Relationship Type="http://schemas.openxmlformats.org/officeDocument/2006/relationships/slideLayout" Target="/ppt/slideLayouts/slideLayout3.xml" Id="R751f974c7f5a4c35" /><Relationship Type="http://schemas.openxmlformats.org/officeDocument/2006/relationships/slideLayout" Target="/ppt/slideLayouts/slideLayout4.xml" Id="R55f34575abd44717" /><Relationship Type="http://schemas.openxmlformats.org/officeDocument/2006/relationships/slideLayout" Target="/ppt/slideLayouts/slideLayout5.xml" Id="R25710b502c0e43fe" /><Relationship Type="http://schemas.openxmlformats.org/officeDocument/2006/relationships/slideLayout" Target="/ppt/slideLayouts/slideLayout6.xml" Id="R932ef36d774d4ac2" /><Relationship Type="http://schemas.openxmlformats.org/officeDocument/2006/relationships/slideLayout" Target="/ppt/slideLayouts/slideLayout7.xml" Id="Rbd4bc55f88ee40bf" /><Relationship Type="http://schemas.openxmlformats.org/officeDocument/2006/relationships/slideLayout" Target="/ppt/slideLayouts/slideLayout8.xml" Id="Rce609169b192448e" /><Relationship Type="http://schemas.openxmlformats.org/officeDocument/2006/relationships/slideLayout" Target="/ppt/slideLayouts/slideLayout9.xml" Id="R77732c5918c746ee" /><Relationship Type="http://schemas.openxmlformats.org/officeDocument/2006/relationships/slideLayout" Target="/ppt/slideLayouts/slideLayout10.xml" Id="R84ebae9dc728464a" /><Relationship Type="http://schemas.openxmlformats.org/officeDocument/2006/relationships/slideLayout" Target="/ppt/slideLayouts/slideLayout11.xml" Id="Rfa5b98c969654a35" /><Relationship Type="http://schemas.openxmlformats.org/officeDocument/2006/relationships/slideLayout" Target="/ppt/slideLayouts/slideLayout12.xml" Id="R9ffba3b10f2d4214" /><Relationship Type="http://schemas.openxmlformats.org/officeDocument/2006/relationships/slideLayout" Target="/ppt/slideLayouts/slideLayout13.xml" Id="Rc09e943160894cb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dff1665409ab4346" /><Relationship Type="http://schemas.openxmlformats.org/officeDocument/2006/relationships/slideLayout" Target="/ppt/slideLayouts/slideLayout14.xml" Id="Ra80c84234b694ae8" /><Relationship Type="http://schemas.openxmlformats.org/officeDocument/2006/relationships/slideLayout" Target="/ppt/slideLayouts/slideLayout15.xml" Id="R3730cedb39884943" /><Relationship Type="http://schemas.openxmlformats.org/officeDocument/2006/relationships/slideLayout" Target="/ppt/slideLayouts/slideLayout16.xml" Id="R53b7757929854f0e" /><Relationship Type="http://schemas.openxmlformats.org/officeDocument/2006/relationships/slideLayout" Target="/ppt/slideLayouts/slideLayout17.xml" Id="Rd03aa4f791024938" /><Relationship Type="http://schemas.openxmlformats.org/officeDocument/2006/relationships/slideLayout" Target="/ppt/slideLayouts/slideLayout18.xml" Id="Rb1b7378d92eb43dd" /><Relationship Type="http://schemas.openxmlformats.org/officeDocument/2006/relationships/slideLayout" Target="/ppt/slideLayouts/slideLayout19.xml" Id="R6fcfc95f7678428e" /><Relationship Type="http://schemas.openxmlformats.org/officeDocument/2006/relationships/slideLayout" Target="/ppt/slideLayouts/slideLayout20.xml" Id="Ra942badeb04f4728" /><Relationship Type="http://schemas.openxmlformats.org/officeDocument/2006/relationships/slideLayout" Target="/ppt/slideLayouts/slideLayout21.xml" Id="R3b831aed6b8843b4" /><Relationship Type="http://schemas.openxmlformats.org/officeDocument/2006/relationships/slideLayout" Target="/ppt/slideLayouts/slideLayout22.xml" Id="Rd2bc93d153bb456e" /><Relationship Type="http://schemas.openxmlformats.org/officeDocument/2006/relationships/slideLayout" Target="/ppt/slideLayouts/slideLayout23.xml" Id="Raead070c96ad40dd" /><Relationship Type="http://schemas.openxmlformats.org/officeDocument/2006/relationships/slideLayout" Target="/ppt/slideLayouts/slideLayout24.xml" Id="R85455bc4ce554a6e" /><Relationship Type="http://schemas.openxmlformats.org/officeDocument/2006/relationships/slideLayout" Target="/ppt/slideLayouts/slideLayout25.xml" Id="Rcc16d198d0824b3e" /><Relationship Type="http://schemas.openxmlformats.org/officeDocument/2006/relationships/slideLayout" Target="/ppt/slideLayouts/slideLayout26.xml" Id="R90842f586f464700" /><Relationship Type="http://schemas.openxmlformats.org/officeDocument/2006/relationships/slideLayout" Target="/ppt/slideLayouts/slideLayout27.xml" Id="Rb665482647f945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8124be24e46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3dcd5497c37444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E8B4AA9-B40F-9202-1858-BBEDF8EB1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66753A-32FA-9DD5-1769-A09D6C665F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E02D2F-CC07-583B-B3C1-E9944224D4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9EDB1F3-9A78-4704-B1CB-53707D4DD4D7}" type="datetimeFigureOut">
              <a:t>8/9/2026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A8B313-CAE8-53E5-78E4-64CBE5635F8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8852EE-3FFC-965B-0A08-A028504737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A918E0F-2269-413D-8964-1739680620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751f974c7f5a4c35"/>
    <p:sldLayoutId xmlns:r="http://schemas.openxmlformats.org/officeDocument/2006/relationships" id="2147483654" r:id="R55f34575abd44717"/>
    <p:sldLayoutId xmlns:r="http://schemas.openxmlformats.org/officeDocument/2006/relationships" id="2147483655" r:id="R25710b502c0e43fe"/>
    <p:sldLayoutId xmlns:r="http://schemas.openxmlformats.org/officeDocument/2006/relationships" id="2147483656" r:id="R932ef36d774d4ac2"/>
    <p:sldLayoutId xmlns:r="http://schemas.openxmlformats.org/officeDocument/2006/relationships" id="2147483657" r:id="Rbd4bc55f88ee40bf"/>
    <p:sldLayoutId xmlns:r="http://schemas.openxmlformats.org/officeDocument/2006/relationships" id="2147483658" r:id="Rce609169b192448e"/>
    <p:sldLayoutId xmlns:r="http://schemas.openxmlformats.org/officeDocument/2006/relationships" id="2147483659" r:id="R77732c5918c746ee"/>
    <p:sldLayoutId xmlns:r="http://schemas.openxmlformats.org/officeDocument/2006/relationships" id="2147483660" r:id="R84ebae9dc728464a"/>
    <p:sldLayoutId xmlns:r="http://schemas.openxmlformats.org/officeDocument/2006/relationships" id="2147483661" r:id="Rfa5b98c969654a35"/>
    <p:sldLayoutId xmlns:r="http://schemas.openxmlformats.org/officeDocument/2006/relationships" id="2147483662" r:id="R9ffba3b10f2d4214"/>
    <p:sldLayoutId xmlns:r="http://schemas.openxmlformats.org/officeDocument/2006/relationships" id="2147483663" r:id="Rc09e943160894cb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98A3DF7-885B-4D22-B8FA-1786FA2F9C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0000" y="447188"/>
            <a:ext cx="10571998" cy="97045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r="1440000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7E64B2-2FAB-4E26-96B2-24023ABB96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0000" y="2184401"/>
            <a:ext cx="10563285" cy="367439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r="1440000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BD035F-4085-4887-8636-AC09D7061E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51514" y="6041362"/>
            <a:ext cx="864432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167379-95DB-4D5F-8B01-CDBF4C24A23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9334626" y="6041362"/>
            <a:ext cx="1343706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/>
          <a:lstStyle xmlns:a="http://schemas.openxmlformats.org/drawingml/2006/main">
            <a:lvl1pPr algn="r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D121A6-97D5-41EA-B48C-6DFC6B8FAC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78331" y="5915888"/>
            <a:ext cx="1062155" cy="4905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10800" anchor="b"/>
          <a:lstStyle xmlns:a="http://schemas.openxmlformats.org/drawingml/2006/main">
            <a:lvl1pPr algn="r">
              <a:buNone/>
              <a:defRPr sz="2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a80c84234b694ae8"/>
    <p:sldLayoutId xmlns:r="http://schemas.openxmlformats.org/officeDocument/2006/relationships" id="2147483666" r:id="R3730cedb39884943"/>
    <p:sldLayoutId xmlns:r="http://schemas.openxmlformats.org/officeDocument/2006/relationships" id="2147483667" r:id="R53b7757929854f0e"/>
    <p:sldLayoutId xmlns:r="http://schemas.openxmlformats.org/officeDocument/2006/relationships" id="2147483668" r:id="Rd03aa4f791024938"/>
    <p:sldLayoutId xmlns:r="http://schemas.openxmlformats.org/officeDocument/2006/relationships" id="2147483669" r:id="Rb1b7378d92eb43dd"/>
    <p:sldLayoutId xmlns:r="http://schemas.openxmlformats.org/officeDocument/2006/relationships" id="2147483670" r:id="R6fcfc95f7678428e"/>
    <p:sldLayoutId xmlns:r="http://schemas.openxmlformats.org/officeDocument/2006/relationships" id="2147483671" r:id="Ra942badeb04f4728"/>
    <p:sldLayoutId xmlns:r="http://schemas.openxmlformats.org/officeDocument/2006/relationships" id="2147483672" r:id="R3b831aed6b8843b4"/>
    <p:sldLayoutId xmlns:r="http://schemas.openxmlformats.org/officeDocument/2006/relationships" id="2147483673" r:id="Rd2bc93d153bb456e"/>
    <p:sldLayoutId xmlns:r="http://schemas.openxmlformats.org/officeDocument/2006/relationships" id="2147483674" r:id="Raead070c96ad40dd"/>
    <p:sldLayoutId xmlns:r="http://schemas.openxmlformats.org/officeDocument/2006/relationships" id="2147483675" r:id="R85455bc4ce554a6e"/>
    <p:sldLayoutId xmlns:r="http://schemas.openxmlformats.org/officeDocument/2006/relationships" id="2147483676" r:id="Rcc16d198d0824b3e"/>
    <p:sldLayoutId xmlns:r="http://schemas.openxmlformats.org/officeDocument/2006/relationships" id="2147483677" r:id="R90842f586f464700"/>
    <p:sldLayoutId xmlns:r="http://schemas.openxmlformats.org/officeDocument/2006/relationships" id="2147483678" r:id="Rb665482647f9456c"/>
  </p:sldLayoutIdLst>
  <p:hf sldNum="0" hdr="0" ftr="0" dt="0"/>
  <p:txStyles>
    <p:titleStyle>
      <a:lvl1pPr xmlns:a="http://schemas.openxmlformats.org/drawingml/2006/main" algn="l" defTabSz="457200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2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2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400300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2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9715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2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199765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2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599815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Font typeface="Wingdings 2"/>
        <a:buChar char=""/>
        <a:defRPr sz="12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cb50ec9884d61" /><Relationship Type="http://schemas.openxmlformats.org/officeDocument/2006/relationships/notesSlide" Target="/ppt/notesSlides/notesSlide1.xml" Id="R45e922ef8b1746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fc59d34c14cbd" /><Relationship Type="http://schemas.openxmlformats.org/officeDocument/2006/relationships/notesSlide" Target="/ppt/notesSlides/notesSlide2.xml" Id="R731c662b7b61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e638e751f4c7e" /><Relationship Type="http://schemas.openxmlformats.org/officeDocument/2006/relationships/notesSlide" Target="/ppt/notesSlides/notesSlide3.xml" Id="R9b8c3f4b0c20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940f8c47047c5" /><Relationship Type="http://schemas.openxmlformats.org/officeDocument/2006/relationships/notesSlide" Target="/ppt/notesSlides/notesSlide4.xml" Id="R9e4ae6c105c143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662df3f7ab4bd4" /><Relationship Type="http://schemas.openxmlformats.org/officeDocument/2006/relationships/notesSlide" Target="/ppt/notesSlides/notesSlide5.xml" Id="R70fd193cd5504c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b1aaddfe94e73" /><Relationship Type="http://schemas.openxmlformats.org/officeDocument/2006/relationships/notesSlide" Target="/ppt/notesSlides/notesSlide6.xml" Id="Rd550183e225945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f5489dd5e34b17" /><Relationship Type="http://schemas.openxmlformats.org/officeDocument/2006/relationships/notesSlide" Target="/ppt/notesSlides/notesSlide7.xml" Id="R76680697b1d944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c8f609bee8407c" /><Relationship Type="http://schemas.openxmlformats.org/officeDocument/2006/relationships/notesSlide" Target="/ppt/notesSlides/notesSlide8.xml" Id="R7b998e8d2fc142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B87C56-7003-4AD5-B0B0-6C0B565E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SOFTWARE ENGINEERING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3F8F1-EA1F-4DDF-BDD9-8B29D366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AgentShield — Ensuring the Executed Action Is the Approved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25734-B730-4749-8160-AEA385CB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Approval-Integrity and Delegated-Authorization Verifier for Agent Tool Calls</a:t>
            </a:r>
          </a:p>
        </p:txBody>
      </p:sp>
      <p:sp>
        <p:nvSpPr>
          <p:cNvPr id="4" name="member-1">
            <a:extLst xmlns:a="http://schemas.openxmlformats.org/drawingml/2006/main">
              <a:ext uri="{FF2B5EF4-FFF2-40B4-BE49-F238E27FC236}">
                <a16:creationId xmlns:a16="http://schemas.microsoft.com/office/drawing/2014/main" id="{5585A327-7714-4F2A-8C37-4E2F8656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2571750" cy="2724150"/>
          </a:xfrm>
          <a:prstGeom xmlns:a="http://schemas.openxmlformats.org/drawingml/2006/main" prst="roundRect">
            <a:avLst>
              <a:gd name="adj" fmla="val 592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" name="member-initial">
            <a:extLst xmlns:a="http://schemas.openxmlformats.org/drawingml/2006/main">
              <a:ext uri="{FF2B5EF4-FFF2-40B4-BE49-F238E27FC236}">
                <a16:creationId xmlns:a16="http://schemas.microsoft.com/office/drawing/2014/main" id="{CBB3ECE5-927E-4CE0-B565-8A9402EB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E6880-0FC3-4462-921F-8FE2CC6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EF923-E4E6-41D0-B0C1-C388118D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Avnish Raj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992D5-F654-47FF-9133-5ABDB8E2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1024170125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6AA74-F554-4C2F-B202-CC16754B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D2305-3EBB-4F48-BB98-7E41FDEC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Gateway/API + Tool Adapters</a:t>
            </a:r>
          </a:p>
        </p:txBody>
      </p:sp>
      <p:sp>
        <p:nvSpPr>
          <p:cNvPr id="11" name="member-2">
            <a:extLst xmlns:a="http://schemas.openxmlformats.org/drawingml/2006/main">
              <a:ext uri="{FF2B5EF4-FFF2-40B4-BE49-F238E27FC236}">
                <a16:creationId xmlns:a16="http://schemas.microsoft.com/office/drawing/2014/main" id="{D19AB4EC-247A-4189-8737-2C1A9F7C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24050"/>
            <a:ext cx="2571750" cy="2724150"/>
          </a:xfrm>
          <a:prstGeom xmlns:a="http://schemas.openxmlformats.org/drawingml/2006/main" prst="roundRect">
            <a:avLst>
              <a:gd name="adj" fmla="val 592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member-initial">
            <a:extLst xmlns:a="http://schemas.openxmlformats.org/drawingml/2006/main">
              <a:ext uri="{FF2B5EF4-FFF2-40B4-BE49-F238E27FC236}">
                <a16:creationId xmlns:a16="http://schemas.microsoft.com/office/drawing/2014/main" id="{EC7914E9-401B-4988-B366-0978C8E8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41DFA-37E0-413F-9FAC-2430B095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621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6EB81-CA92-4756-A4D7-9D580F19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Laishram Amarjit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7A56C-399E-4F31-B689-120D75B7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718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1024170129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F5469-5527-4500-98DC-C72331A2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718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E11C4-210A-48F1-AAD9-C8EA0917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719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 Verifier + Protocol</a:t>
            </a:r>
          </a:p>
        </p:txBody>
      </p:sp>
      <p:sp>
        <p:nvSpPr>
          <p:cNvPr id="18" name="member-3">
            <a:extLst xmlns:a="http://schemas.openxmlformats.org/drawingml/2006/main">
              <a:ext uri="{FF2B5EF4-FFF2-40B4-BE49-F238E27FC236}">
                <a16:creationId xmlns:a16="http://schemas.microsoft.com/office/drawing/2014/main" id="{BD3538D7-3723-48C2-B34C-1C3D460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571750" cy="2724150"/>
          </a:xfrm>
          <a:prstGeom xmlns:a="http://schemas.openxmlformats.org/drawingml/2006/main" prst="roundRect">
            <a:avLst>
              <a:gd name="adj" fmla="val 592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member-initial">
            <a:extLst xmlns:a="http://schemas.openxmlformats.org/drawingml/2006/main">
              <a:ext uri="{FF2B5EF4-FFF2-40B4-BE49-F238E27FC236}">
                <a16:creationId xmlns:a16="http://schemas.microsoft.com/office/drawing/2014/main" id="{D1378231-2E1E-4980-A90E-00810EF1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B0E71-A447-4434-AD5B-4B10DE11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08088-2F8C-479F-A696-9D0C6350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Deepanjan Baral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49403-9E37-4DAD-B742-C10E4F8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1024170053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1FB52-D169-4927-B858-14661772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3BC2A-D44D-4488-8C1E-EBBCF0E6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OPA/Cedar + Attack Benchmark</a:t>
            </a:r>
          </a:p>
        </p:txBody>
      </p:sp>
      <p:sp>
        <p:nvSpPr>
          <p:cNvPr id="25" name="member-4">
            <a:extLst xmlns:a="http://schemas.openxmlformats.org/drawingml/2006/main">
              <a:ext uri="{FF2B5EF4-FFF2-40B4-BE49-F238E27FC236}">
                <a16:creationId xmlns:a16="http://schemas.microsoft.com/office/drawing/2014/main" id="{514B4E57-3EC1-4B66-827F-64DC01F4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24050"/>
            <a:ext cx="2571750" cy="2724150"/>
          </a:xfrm>
          <a:prstGeom xmlns:a="http://schemas.openxmlformats.org/drawingml/2006/main" prst="roundRect">
            <a:avLst>
              <a:gd name="adj" fmla="val 592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6" name="member-initial">
            <a:extLst xmlns:a="http://schemas.openxmlformats.org/drawingml/2006/main">
              <a:ext uri="{FF2B5EF4-FFF2-40B4-BE49-F238E27FC236}">
                <a16:creationId xmlns:a16="http://schemas.microsoft.com/office/drawing/2014/main" id="{E95AF86F-37A5-41C0-84FA-9846F2AD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42A4D-127E-4871-B522-BD6541A4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621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SM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FEB97-19AE-4B96-ACB8-2488B776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Sameer Mathur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E76A66-7293-4AD9-B705-B9B3B70B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718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1024170132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30246-F6DC-42AB-8789-8F1D9E70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718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D52FB-5353-472E-A506-3CD223D2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719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Audit Dashboard + Deployment/Metrics</a:t>
            </a:r>
          </a:p>
        </p:txBody>
      </p:sp>
      <p:sp>
        <p:nvSpPr>
          <p:cNvPr id="32" name="core-statement">
            <a:extLst xmlns:a="http://schemas.openxmlformats.org/drawingml/2006/main">
              <a:ext uri="{FF2B5EF4-FFF2-40B4-BE49-F238E27FC236}">
                <a16:creationId xmlns:a16="http://schemas.microsoft.com/office/drawing/2014/main" id="{9C351B23-FBC5-4A46-98D6-4D115B69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11201400" cy="1104900"/>
          </a:xfrm>
          <a:prstGeom xmlns:a="http://schemas.openxmlformats.org/drawingml/2006/main" prst="roundRect">
            <a:avLst>
              <a:gd name="adj" fmla="val 1551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DA6B9-F8B7-412A-AFBC-65DE5AD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FINAL ENFORCEMENT 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B4038-3A78-45C3-9750-02AB5B69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AgentShield verifies immediately before execution that an agent action still exactly matches what was authorized.</a:t>
            </a:r>
          </a:p>
        </p:txBody>
      </p:sp>
    </p:spTree>
    <p:extLst>
      <p:ext uri="{BB962C8B-B14F-4D97-AF65-F5344CB8AC3E}">
        <p14:creationId xmlns:p14="http://schemas.microsoft.com/office/powerpoint/2010/main" val="713672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">
            <a:extLst xmlns:a="http://schemas.openxmlformats.org/drawingml/2006/main">
              <a:ext uri="{FF2B5EF4-FFF2-40B4-BE49-F238E27FC236}">
                <a16:creationId xmlns:a16="http://schemas.microsoft.com/office/drawing/2014/main" id="{0FFC11D4-3364-433C-AB34-15F6381F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THREAT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874985-ECE4-44F9-B46C-C8327A4E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Threat Model — What Can Go Wrong After an Action Is Approved?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E2533AE-D4CB-4861-846B-1C4D84C5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D510A-0B36-4FBA-B1F4-11F251D2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What can change between approval and execution?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FE211126-E734-491A-8201-9FA3C2F2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9072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5BB4D5E0-36C9-4C5E-B31C-230A99FF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9072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A54202A8-CB81-4BD5-A9CE-123ECF1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9072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">
            <a:extLst xmlns:a="http://schemas.openxmlformats.org/drawingml/2006/main">
              <a:ext uri="{FF2B5EF4-FFF2-40B4-BE49-F238E27FC236}">
                <a16:creationId xmlns:a16="http://schemas.microsoft.com/office/drawing/2014/main" id="{39D4377E-11F2-4832-832A-924258C6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9" name="node-accent">
            <a:extLst xmlns:a="http://schemas.openxmlformats.org/drawingml/2006/main">
              <a:ext uri="{FF2B5EF4-FFF2-40B4-BE49-F238E27FC236}">
                <a16:creationId xmlns:a16="http://schemas.microsoft.com/office/drawing/2014/main" id="{C0723009-2B0D-47A9-BC6A-C2A47C0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label">
            <a:extLst xmlns:a="http://schemas.openxmlformats.org/drawingml/2006/main">
              <a:ext uri="{FF2B5EF4-FFF2-40B4-BE49-F238E27FC236}">
                <a16:creationId xmlns:a16="http://schemas.microsoft.com/office/drawing/2014/main" id="{FC00F5E8-0072-4E04-BE2D-F0121EB7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Agent Request</a:t>
            </a:r>
          </a:p>
        </p:txBody>
      </p:sp>
      <p:sp>
        <p:nvSpPr>
          <p:cNvPr id="11" name="flow-node">
            <a:extLst xmlns:a="http://schemas.openxmlformats.org/drawingml/2006/main">
              <a:ext uri="{FF2B5EF4-FFF2-40B4-BE49-F238E27FC236}">
                <a16:creationId xmlns:a16="http://schemas.microsoft.com/office/drawing/2014/main" id="{1E046409-E631-4446-9027-5B337AF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node-accent">
            <a:extLst xmlns:a="http://schemas.openxmlformats.org/drawingml/2006/main">
              <a:ext uri="{FF2B5EF4-FFF2-40B4-BE49-F238E27FC236}">
                <a16:creationId xmlns:a16="http://schemas.microsoft.com/office/drawing/2014/main" id="{845F08B2-6FED-4EA3-9C9C-90D3B490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">
            <a:extLst xmlns:a="http://schemas.openxmlformats.org/drawingml/2006/main">
              <a:ext uri="{FF2B5EF4-FFF2-40B4-BE49-F238E27FC236}">
                <a16:creationId xmlns:a16="http://schemas.microsoft.com/office/drawing/2014/main" id="{54A740BE-A57A-4A9E-9ABB-00284D07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288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14" name="flow-node">
            <a:extLst xmlns:a="http://schemas.openxmlformats.org/drawingml/2006/main">
              <a:ext uri="{FF2B5EF4-FFF2-40B4-BE49-F238E27FC236}">
                <a16:creationId xmlns:a16="http://schemas.microsoft.com/office/drawing/2014/main" id="{A606C314-BC78-4112-9D4D-208303EB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52600"/>
            <a:ext cx="17907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" name="node-accent">
            <a:extLst xmlns:a="http://schemas.openxmlformats.org/drawingml/2006/main">
              <a:ext uri="{FF2B5EF4-FFF2-40B4-BE49-F238E27FC236}">
                <a16:creationId xmlns:a16="http://schemas.microsoft.com/office/drawing/2014/main" id="{D9138C77-15D8-4A7A-95BA-6D39AB7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52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0AA6A741-C6B5-4394-BCC4-19C4B09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288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AgentShield Verification</a:t>
            </a:r>
          </a:p>
        </p:txBody>
      </p:sp>
      <p:sp>
        <p:nvSpPr>
          <p:cNvPr id="17" name="flow-node">
            <a:extLst xmlns:a="http://schemas.openxmlformats.org/drawingml/2006/main">
              <a:ext uri="{FF2B5EF4-FFF2-40B4-BE49-F238E27FC236}">
                <a16:creationId xmlns:a16="http://schemas.microsoft.com/office/drawing/2014/main" id="{94E57587-8FDE-4D36-B29E-D30E7977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node-accent">
            <a:extLst xmlns:a="http://schemas.openxmlformats.org/drawingml/2006/main">
              <a:ext uri="{FF2B5EF4-FFF2-40B4-BE49-F238E27FC236}">
                <a16:creationId xmlns:a16="http://schemas.microsoft.com/office/drawing/2014/main" id="{E727B1DA-83B2-4F01-A94B-D763D013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">
            <a:extLst xmlns:a="http://schemas.openxmlformats.org/drawingml/2006/main">
              <a:ext uri="{FF2B5EF4-FFF2-40B4-BE49-F238E27FC236}">
                <a16:creationId xmlns:a16="http://schemas.microsoft.com/office/drawing/2014/main" id="{46939481-530B-4BB3-BBFC-98D8DAD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288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Tool 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8C9AC-0985-46C4-8F8E-41E6EA7E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2362200" cy="819150"/>
          </a:xfrm>
          <a:prstGeom xmlns:a="http://schemas.openxmlformats.org/drawingml/2006/main" prst="roundRect">
            <a:avLst>
              <a:gd name="adj" fmla="val 1627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567EA-8ED3-43F4-A7B6-42C4B32D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TRUST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1A677-FFA7-40BA-B1F6-FE55D360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Final enforcement before the real tool executes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C31B0-295A-4A7A-9CB0-2C291122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4735A-89E0-469B-9E1A-BE91B79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Parameter Mutation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6F732-9EED-42A0-95ED-6D60835A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99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₹8,000 → ₹80,000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B4A78-E1B9-4E63-A1DD-0107D67C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146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E9CC8-7CA4-4BDF-B707-793543A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9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Identity Reuse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E1EA9C-41D4-410F-B24E-4F72DB42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99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another actor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C2415-F4A4-4AF4-A23F-7089DF26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07FF56-EBEC-4066-A9A3-4A7AC5DE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 Replay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A04F38-7130-4B1B-A07C-95CD027C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099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same approval reused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62FA1-90F9-4E18-B0BB-66F75E81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67FBE7-5F6E-4A6B-84E0-931A2068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Resource Swap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1F2E5-0F18-4CAF-A14F-FAF98DAB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00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target replaced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ADC621-F1C8-4826-A667-94B3B7EB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052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1DD0C0-8AD4-4166-9972-93F5DA44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Expiry / Revocation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8BC0D9-3EA7-485E-92A7-00A7D7A3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00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no longer valid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97CDAD-3137-4FAA-8EA0-FA8E040C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1F9AED-EB1B-4984-8E17-2466AFF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Policy Version Change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104FD6-D72C-4B60-87F3-1F5ABFE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00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decision drift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CD1405-99F9-4A16-840D-A411C30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2D230B-46C8-46D1-BB5C-C7BB859B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Invalid Delegation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65A9ED-59FF-435D-A516-A7670F77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911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broken authority chain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CB8F34-D182-4776-B8A6-3DDE1BF1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958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726D38-CDA7-496F-8CC8-822FF5CC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91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Duplicate Retry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FA4B18-3349-4219-9997-62D900C6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911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second execution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191F35-1B30-4872-9E3A-F65C974B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3552825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16AF7C-03D6-406C-9A72-974B37B1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91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Tool Schema Change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17A687-E8C8-43C2-8147-0C0C741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9911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contract mismatch</a:t>
            </a:r>
          </a:p>
        </p:txBody>
      </p:sp>
    </p:spTree>
    <p:extLst>
      <p:ext uri="{BB962C8B-B14F-4D97-AF65-F5344CB8AC3E}">
        <p14:creationId xmlns:p14="http://schemas.microsoft.com/office/powerpoint/2010/main" val="713672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kicker">
            <a:extLst xmlns:a="http://schemas.openxmlformats.org/drawingml/2006/main">
              <a:ext uri="{FF2B5EF4-FFF2-40B4-BE49-F238E27FC236}">
                <a16:creationId xmlns:a16="http://schemas.microsoft.com/office/drawing/2014/main" id="{B8542597-80B0-4E34-9D8C-FD2B5560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APPROVAL-BOUND PROTOCOL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C7D40B-09CB-4C6B-9E00-5B5B0E87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Approval-Bound Protocol — Binding Authorization to the Exact Action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B87FE7-46F2-4A1A-A405-37C8143E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arrow">
            <a:extLst xmlns:a="http://schemas.openxmlformats.org/drawingml/2006/main">
              <a:ext uri="{FF2B5EF4-FFF2-40B4-BE49-F238E27FC236}">
                <a16:creationId xmlns:a16="http://schemas.microsoft.com/office/drawing/2014/main" id="{B35B8415-6C9A-45A3-BC78-E2BA346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38325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D0FA433D-1D98-4F4F-902E-C05A9F8D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38325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B4857661-9FF7-487F-B6EB-1C065D45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38325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32E931F4-F157-4494-8207-64D1FA1D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38325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26BA3879-23D3-4146-A306-EFE5F4D2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38325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6EBD729A-718C-4994-82A2-64BD48DB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38325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arrow">
            <a:extLst xmlns:a="http://schemas.openxmlformats.org/drawingml/2006/main">
              <a:ext uri="{FF2B5EF4-FFF2-40B4-BE49-F238E27FC236}">
                <a16:creationId xmlns:a16="http://schemas.microsoft.com/office/drawing/2014/main" id="{F81EBA7F-4D46-4A60-941A-B30A6F82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38325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2AC66-1D94-4E5A-BE9E-9CD6A543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3E712-63F1-44B3-AF11-834DBB2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DD709-F19E-4FF5-A258-EC8D9003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Tool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34154-40D4-482A-BC14-6460C82F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47637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7A610-3E63-4AA8-AE36-0B8E166D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46181-0244-4D1C-BB8F-BBE1FEF7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71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Identity &amp;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Delegation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F1442-0C31-48F2-981B-1D303439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7637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A622C-9D53-45F8-90E1-AC08D806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62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2C4D7-72EF-439E-BAE4-05D3E103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OPA / Cedar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7B721-B8D8-49D2-9BBB-2F5143EB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7637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1123D-A522-4C8C-A1DE-BE9FD4E0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62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334E1-B3FD-4248-9C57-A3780AA1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71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A1F13-4CE5-4EF3-960C-2DF0B772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9A5D6-A9A1-435A-84A9-2016FD25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56B9A-F32D-47A6-9A63-2718DD0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Create Bound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Capability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9A7D0-EC57-4210-AA6F-17674615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7637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3013E-9BB4-4323-9D01-F6A41835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62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BE0CE-CB73-4F1D-B7A8-9CC4738F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71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Execution-Time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F8E171-8C34-43BD-9B96-C691432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7637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E6228C-27B4-49B7-9E4E-ED4A5E1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62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BFB1C0-A7CE-4D40-BBE5-31965FFF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71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Execute /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C9889-1071-49FF-B2D7-59B1776F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7637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087824-02E3-4C2A-BF8F-C2EC172C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62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B7A42D-03E1-4D9A-9E6C-D428DB5A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771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BCDFA-B6D1-4F14-B41D-094F89BF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APPROVAL-BOUND CAPABILITY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2481E8-4D60-484C-81C7-8DDE1EE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1201400" cy="762000"/>
          </a:xfrm>
          <a:prstGeom xmlns:a="http://schemas.openxmlformats.org/drawingml/2006/main" prst="roundRect">
            <a:avLst>
              <a:gd name="adj" fmla="val 175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37" name="badge">
            <a:extLst xmlns:a="http://schemas.openxmlformats.org/drawingml/2006/main">
              <a:ext uri="{FF2B5EF4-FFF2-40B4-BE49-F238E27FC236}">
                <a16:creationId xmlns:a16="http://schemas.microsoft.com/office/drawing/2014/main" id="{0FFC46AE-9845-4B0B-82EF-091D58B1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dge-label">
            <a:extLst xmlns:a="http://schemas.openxmlformats.org/drawingml/2006/main">
              <a:ext uri="{FF2B5EF4-FFF2-40B4-BE49-F238E27FC236}">
                <a16:creationId xmlns:a16="http://schemas.microsoft.com/office/drawing/2014/main" id="{BFED5B8A-24BA-45FF-A97D-F1BFCC0D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Actor</a:t>
            </a:r>
          </a:p>
        </p:txBody>
      </p:sp>
      <p:sp>
        <p:nvSpPr>
          <p:cNvPr id="39" name="badge">
            <a:extLst xmlns:a="http://schemas.openxmlformats.org/drawingml/2006/main">
              <a:ext uri="{FF2B5EF4-FFF2-40B4-BE49-F238E27FC236}">
                <a16:creationId xmlns:a16="http://schemas.microsoft.com/office/drawing/2014/main" id="{25115248-966B-4D87-824D-5F89553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194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adge-label">
            <a:extLst xmlns:a="http://schemas.openxmlformats.org/drawingml/2006/main">
              <a:ext uri="{FF2B5EF4-FFF2-40B4-BE49-F238E27FC236}">
                <a16:creationId xmlns:a16="http://schemas.microsoft.com/office/drawing/2014/main" id="{6CDF3303-FD92-47B0-9B54-60F1DE75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248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Tool</a:t>
            </a:r>
          </a:p>
        </p:txBody>
      </p:sp>
      <p:sp>
        <p:nvSpPr>
          <p:cNvPr id="41" name="badge">
            <a:extLst xmlns:a="http://schemas.openxmlformats.org/drawingml/2006/main">
              <a:ext uri="{FF2B5EF4-FFF2-40B4-BE49-F238E27FC236}">
                <a16:creationId xmlns:a16="http://schemas.microsoft.com/office/drawing/2014/main" id="{7B5C6D3B-46B4-4275-BC9D-BCDA48A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adge-label">
            <a:extLst xmlns:a="http://schemas.openxmlformats.org/drawingml/2006/main">
              <a:ext uri="{FF2B5EF4-FFF2-40B4-BE49-F238E27FC236}">
                <a16:creationId xmlns:a16="http://schemas.microsoft.com/office/drawing/2014/main" id="{D7828A22-061E-4550-9911-4320A39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48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Arguments</a:t>
            </a:r>
          </a:p>
        </p:txBody>
      </p:sp>
      <p:sp>
        <p:nvSpPr>
          <p:cNvPr id="43" name="badge">
            <a:extLst xmlns:a="http://schemas.openxmlformats.org/drawingml/2006/main">
              <a:ext uri="{FF2B5EF4-FFF2-40B4-BE49-F238E27FC236}">
                <a16:creationId xmlns:a16="http://schemas.microsoft.com/office/drawing/2014/main" id="{E4C37C44-0DB6-49E0-9637-4FE7F0B3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194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adge-label">
            <a:extLst xmlns:a="http://schemas.openxmlformats.org/drawingml/2006/main">
              <a:ext uri="{FF2B5EF4-FFF2-40B4-BE49-F238E27FC236}">
                <a16:creationId xmlns:a16="http://schemas.microsoft.com/office/drawing/2014/main" id="{047F9FBB-41D7-4533-B008-981EABDC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48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45" name="badge">
            <a:extLst xmlns:a="http://schemas.openxmlformats.org/drawingml/2006/main">
              <a:ext uri="{FF2B5EF4-FFF2-40B4-BE49-F238E27FC236}">
                <a16:creationId xmlns:a16="http://schemas.microsoft.com/office/drawing/2014/main" id="{94796EC3-79FC-4A9C-AE6E-E5185949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adge-label">
            <a:extLst xmlns:a="http://schemas.openxmlformats.org/drawingml/2006/main">
              <a:ext uri="{FF2B5EF4-FFF2-40B4-BE49-F238E27FC236}">
                <a16:creationId xmlns:a16="http://schemas.microsoft.com/office/drawing/2014/main" id="{F3A29B49-738C-4A1E-93C3-E613D66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48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Delegation</a:t>
            </a:r>
          </a:p>
        </p:txBody>
      </p:sp>
      <p:sp>
        <p:nvSpPr>
          <p:cNvPr id="47" name="badge">
            <a:extLst xmlns:a="http://schemas.openxmlformats.org/drawingml/2006/main">
              <a:ext uri="{FF2B5EF4-FFF2-40B4-BE49-F238E27FC236}">
                <a16:creationId xmlns:a16="http://schemas.microsoft.com/office/drawing/2014/main" id="{0EF03985-DCD9-4F74-862B-B6358F6D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194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adge-label">
            <a:extLst xmlns:a="http://schemas.openxmlformats.org/drawingml/2006/main">
              <a:ext uri="{FF2B5EF4-FFF2-40B4-BE49-F238E27FC236}">
                <a16:creationId xmlns:a16="http://schemas.microsoft.com/office/drawing/2014/main" id="{460D6420-50C6-40C0-8D60-4D7BE535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48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Policy Version</a:t>
            </a:r>
          </a:p>
        </p:txBody>
      </p:sp>
      <p:sp>
        <p:nvSpPr>
          <p:cNvPr id="49" name="badge">
            <a:extLst xmlns:a="http://schemas.openxmlformats.org/drawingml/2006/main">
              <a:ext uri="{FF2B5EF4-FFF2-40B4-BE49-F238E27FC236}">
                <a16:creationId xmlns:a16="http://schemas.microsoft.com/office/drawing/2014/main" id="{1AD5C62D-0ED1-4124-9FCE-B960778C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adge-label">
            <a:extLst xmlns:a="http://schemas.openxmlformats.org/drawingml/2006/main">
              <a:ext uri="{FF2B5EF4-FFF2-40B4-BE49-F238E27FC236}">
                <a16:creationId xmlns:a16="http://schemas.microsoft.com/office/drawing/2014/main" id="{24A1F838-3072-4AE6-B90D-24A5092D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8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Expiry</a:t>
            </a:r>
          </a:p>
        </p:txBody>
      </p:sp>
      <p:sp>
        <p:nvSpPr>
          <p:cNvPr id="51" name="badge">
            <a:extLst xmlns:a="http://schemas.openxmlformats.org/drawingml/2006/main">
              <a:ext uri="{FF2B5EF4-FFF2-40B4-BE49-F238E27FC236}">
                <a16:creationId xmlns:a16="http://schemas.microsoft.com/office/drawing/2014/main" id="{CEEE4BDA-5B2E-4380-B77A-41970F8C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194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adge-label">
            <a:extLst xmlns:a="http://schemas.openxmlformats.org/drawingml/2006/main">
              <a:ext uri="{FF2B5EF4-FFF2-40B4-BE49-F238E27FC236}">
                <a16:creationId xmlns:a16="http://schemas.microsoft.com/office/drawing/2014/main" id="{DA83EBDA-0235-4983-9AE0-D3D4C1F6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248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Execution ID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7675D9-DE4D-4C75-A0BD-DF926E5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5314950" cy="10668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284C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150AA3-0281-427B-96EB-1CC1ED1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OPA / CEDAR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54E2B4-5575-401A-8A25-65BC29CD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“Is this request authorized?”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CEA038-8D1A-4928-AF97-7600A633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5314950" cy="10668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5313A5-828E-4FF7-929C-139D540C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AGENTSHIELD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FAE616-B4BD-4B73-9837-AE59924B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“Is this exact authorized action what is executing now?”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C2B436-AF41-41DB-8A76-32A49C76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43550"/>
            <a:ext cx="5943600" cy="66675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789C67-D529-47AA-9013-E9F2CD87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769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Any mismatch → Reject before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56690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kicker">
            <a:extLst xmlns:a="http://schemas.openxmlformats.org/drawingml/2006/main">
              <a:ext uri="{FF2B5EF4-FFF2-40B4-BE49-F238E27FC236}">
                <a16:creationId xmlns:a16="http://schemas.microsoft.com/office/drawing/2014/main" id="{6741DA64-43C0-4750-8C40-B4CC5FEA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ACTION LIFECYCLE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902B76-C2C4-4EBF-AE8D-D58178B0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Action State Machine — From Request to One-Time Execution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5A103C8-081B-4720-A80A-299FE2D8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arrow">
            <a:extLst xmlns:a="http://schemas.openxmlformats.org/drawingml/2006/main">
              <a:ext uri="{FF2B5EF4-FFF2-40B4-BE49-F238E27FC236}">
                <a16:creationId xmlns:a16="http://schemas.microsoft.com/office/drawing/2014/main" id="{09120638-E2C5-4966-A913-BE95115A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2882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E7B05EA3-99B2-4169-B79E-E2C1AC9A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2882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88E7A246-7FA1-44F1-985C-E27C9E2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2882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AD81E071-78D8-4192-8AF2-FB36F4D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2882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CF69C804-C117-467E-A6B0-72BC0DBD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2882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ode">
            <a:extLst xmlns:a="http://schemas.openxmlformats.org/drawingml/2006/main">
              <a:ext uri="{FF2B5EF4-FFF2-40B4-BE49-F238E27FC236}">
                <a16:creationId xmlns:a16="http://schemas.microsoft.com/office/drawing/2014/main" id="{C81DAE1E-0C11-4C7B-A02B-B557A1E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5049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node-accent">
            <a:extLst xmlns:a="http://schemas.openxmlformats.org/drawingml/2006/main">
              <a:ext uri="{FF2B5EF4-FFF2-40B4-BE49-F238E27FC236}">
                <a16:creationId xmlns:a16="http://schemas.microsoft.com/office/drawing/2014/main" id="{D408FA69-5C37-4535-A5CC-8C13C486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-label">
            <a:extLst xmlns:a="http://schemas.openxmlformats.org/drawingml/2006/main">
              <a:ext uri="{FF2B5EF4-FFF2-40B4-BE49-F238E27FC236}">
                <a16:creationId xmlns:a16="http://schemas.microsoft.com/office/drawing/2014/main" id="{7248BF72-7009-47EB-8E83-E0CF9C4A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REQUESTED</a:t>
            </a:r>
          </a:p>
        </p:txBody>
      </p:sp>
      <p:sp>
        <p:nvSpPr>
          <p:cNvPr id="12" name="flow-node">
            <a:extLst xmlns:a="http://schemas.openxmlformats.org/drawingml/2006/main">
              <a:ext uri="{FF2B5EF4-FFF2-40B4-BE49-F238E27FC236}">
                <a16:creationId xmlns:a16="http://schemas.microsoft.com/office/drawing/2014/main" id="{6431767E-C859-436C-86F9-B69475C3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14500"/>
            <a:ext cx="15049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3" name="node-accent">
            <a:extLst xmlns:a="http://schemas.openxmlformats.org/drawingml/2006/main">
              <a:ext uri="{FF2B5EF4-FFF2-40B4-BE49-F238E27FC236}">
                <a16:creationId xmlns:a16="http://schemas.microsoft.com/office/drawing/2014/main" id="{5B7A1944-A667-419F-9B16-53B5A393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145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de-label">
            <a:extLst xmlns:a="http://schemas.openxmlformats.org/drawingml/2006/main">
              <a:ext uri="{FF2B5EF4-FFF2-40B4-BE49-F238E27FC236}">
                <a16:creationId xmlns:a16="http://schemas.microsoft.com/office/drawing/2014/main" id="{4A705B3D-BD90-43FB-B4F6-FF632630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90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POLICY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CHECKED</a:t>
            </a:r>
          </a:p>
        </p:txBody>
      </p:sp>
      <p:sp>
        <p:nvSpPr>
          <p:cNvPr id="15" name="flow-node">
            <a:extLst xmlns:a="http://schemas.openxmlformats.org/drawingml/2006/main">
              <a:ext uri="{FF2B5EF4-FFF2-40B4-BE49-F238E27FC236}">
                <a16:creationId xmlns:a16="http://schemas.microsoft.com/office/drawing/2014/main" id="{99D2301F-E410-4C55-93A9-4D215801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15049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node-accent">
            <a:extLst xmlns:a="http://schemas.openxmlformats.org/drawingml/2006/main">
              <a:ext uri="{FF2B5EF4-FFF2-40B4-BE49-F238E27FC236}">
                <a16:creationId xmlns:a16="http://schemas.microsoft.com/office/drawing/2014/main" id="{67314F1C-41C4-46A8-B9FB-17220D20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label">
            <a:extLst xmlns:a="http://schemas.openxmlformats.org/drawingml/2006/main">
              <a:ext uri="{FF2B5EF4-FFF2-40B4-BE49-F238E27FC236}">
                <a16:creationId xmlns:a16="http://schemas.microsoft.com/office/drawing/2014/main" id="{BEFB4E5B-22A7-411B-9E1D-2335B258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AWAITING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18" name="flow-node">
            <a:extLst xmlns:a="http://schemas.openxmlformats.org/drawingml/2006/main">
              <a:ext uri="{FF2B5EF4-FFF2-40B4-BE49-F238E27FC236}">
                <a16:creationId xmlns:a16="http://schemas.microsoft.com/office/drawing/2014/main" id="{6071E304-0A5F-4D7D-A3A8-407A3B6A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5049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node-accent">
            <a:extLst xmlns:a="http://schemas.openxmlformats.org/drawingml/2006/main">
              <a:ext uri="{FF2B5EF4-FFF2-40B4-BE49-F238E27FC236}">
                <a16:creationId xmlns:a16="http://schemas.microsoft.com/office/drawing/2014/main" id="{B6E62CD4-0E1F-48AE-BC54-3E039F53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A47DE6C0-5934-4F01-833C-C5F3B1A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APPROVED</a:t>
            </a:r>
          </a:p>
        </p:txBody>
      </p:sp>
      <p:sp>
        <p:nvSpPr>
          <p:cNvPr id="21" name="flow-node">
            <a:extLst xmlns:a="http://schemas.openxmlformats.org/drawingml/2006/main">
              <a:ext uri="{FF2B5EF4-FFF2-40B4-BE49-F238E27FC236}">
                <a16:creationId xmlns:a16="http://schemas.microsoft.com/office/drawing/2014/main" id="{15F4F19F-441E-4629-A90A-071B4D1C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15049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node-accent">
            <a:extLst xmlns:a="http://schemas.openxmlformats.org/drawingml/2006/main">
              <a:ext uri="{FF2B5EF4-FFF2-40B4-BE49-F238E27FC236}">
                <a16:creationId xmlns:a16="http://schemas.microsoft.com/office/drawing/2014/main" id="{33D10987-47AC-42D2-AD5F-C802DEF9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ode-label">
            <a:extLst xmlns:a="http://schemas.openxmlformats.org/drawingml/2006/main">
              <a:ext uri="{FF2B5EF4-FFF2-40B4-BE49-F238E27FC236}">
                <a16:creationId xmlns:a16="http://schemas.microsoft.com/office/drawing/2014/main" id="{A3E5B956-67B7-4186-A89F-82DF378E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90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</p:txBody>
      </p:sp>
      <p:sp>
        <p:nvSpPr>
          <p:cNvPr id="24" name="flow-node">
            <a:extLst xmlns:a="http://schemas.openxmlformats.org/drawingml/2006/main">
              <a:ext uri="{FF2B5EF4-FFF2-40B4-BE49-F238E27FC236}">
                <a16:creationId xmlns:a16="http://schemas.microsoft.com/office/drawing/2014/main" id="{7406F38E-9E4E-4E01-AAE5-FA9A597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14500"/>
            <a:ext cx="15049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5" name="node-accent">
            <a:extLst xmlns:a="http://schemas.openxmlformats.org/drawingml/2006/main">
              <a:ext uri="{FF2B5EF4-FFF2-40B4-BE49-F238E27FC236}">
                <a16:creationId xmlns:a16="http://schemas.microsoft.com/office/drawing/2014/main" id="{87D097DF-DCAC-4C90-86B6-92F86540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145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ode-label">
            <a:extLst xmlns:a="http://schemas.openxmlformats.org/drawingml/2006/main">
              <a:ext uri="{FF2B5EF4-FFF2-40B4-BE49-F238E27FC236}">
                <a16:creationId xmlns:a16="http://schemas.microsoft.com/office/drawing/2014/main" id="{9AC7A7BE-A1EC-4239-8C1A-090B878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EXECUTED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F63AB1-005F-4663-85F1-4DBCB999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Failure exits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2252A-7014-4C4E-A692-8F140FBA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71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DD900-6FC6-4527-96FC-8D3FCFC8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4D830-4D07-490F-B7C6-FD42381B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REJECTED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C1878-DD8D-4E03-A89F-7C7D01FC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71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D94A13-CA81-4E70-93F2-AE5105A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19450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4AB26B-FDF4-48C6-985C-B2A0A303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362325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EXPIRED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482EA1-5A6D-4987-B880-0C5F34E5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571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103DA9-E396-4241-9060-FAA891DE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6CB82A-2F99-43AF-8139-F0BF0552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62325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REVOKED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C2AF2-51C9-4463-9989-6F4D5187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23D946-881D-4FF9-91EC-744914C3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19450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F1D38E-53E7-41B9-BCC7-9FB91EFA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62325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REPLAY DETECTED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CAB2F4-F045-4340-A087-D9DC1A38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71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383522-C6B7-4B7A-A3D1-0204F94C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566D61-6A1D-4C08-B19A-544FBACD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62325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INTEGRITY VIOLATION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71479A-02B6-4A8E-8726-DFE0D439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8686800" cy="120015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E730CB-A853-4977-BC3E-F4E655B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CORE INVARIANT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7E34EC-57C1-445B-930F-7D8596C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530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One execution ID</a:t>
            </a:r>
          </a:p>
        </p:txBody>
      </p:sp>
      <p:sp>
        <p:nvSpPr>
          <p:cNvPr id="4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4176257-EEBF-467D-8516-6E9F3F63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3875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EF96D8-603D-4E44-B653-15F22EA3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530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maximum one successful execution</a:t>
            </a:r>
          </a:p>
        </p:txBody>
      </p:sp>
    </p:spTree>
    <p:extLst>
      <p:ext uri="{BB962C8B-B14F-4D97-AF65-F5344CB8AC3E}">
        <p14:creationId xmlns:p14="http://schemas.microsoft.com/office/powerpoint/2010/main" val="1803493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6C16DFD7-F0A5-4B80-988D-097C84A0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ATTACK BENCHMARK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B5E5BE-1D12-40DB-B668-D5590C0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Attack Benchmark — How We Will Test AgentShield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F1F8D18-6F4F-4374-A80E-5DDB1B1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D2755-1B98-4DF9-973B-F50E1C7C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100+ versioned traces across 3 domains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C58C8B7A-37E4-492C-9DC4-F94BC4E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733800" cy="990600"/>
          </a:xfrm>
          <a:prstGeom xmlns:a="http://schemas.openxmlformats.org/drawingml/2006/main" prst="roundRect">
            <a:avLst>
              <a:gd name="adj" fmla="val 1346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4E25F9F-B7AF-4963-AD28-C14820D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733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FDB00410-4BFC-4AB9-A308-67798C8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REFUNDS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AA8EF29B-EE69-4D0C-B7DD-852DCEB2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amount mutation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identity replay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993DECAC-FA2A-49DD-A60F-B5C45362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3733800" cy="990600"/>
          </a:xfrm>
          <a:prstGeom xmlns:a="http://schemas.openxmlformats.org/drawingml/2006/main" prst="roundRect">
            <a:avLst>
              <a:gd name="adj" fmla="val 1346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4E19754-0CB7-43AA-A33C-3960AF6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3733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EDEF52C1-AF50-432A-95F8-4A6DEE25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EMAIL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0E3877F7-97E2-464E-A01B-6BDEAB15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recipient / resource swap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replay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50EA9FC7-90A9-4FD1-9850-3F927D9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3733800" cy="990600"/>
          </a:xfrm>
          <a:prstGeom xmlns:a="http://schemas.openxmlformats.org/drawingml/2006/main" prst="roundRect">
            <a:avLst>
              <a:gd name="adj" fmla="val 1346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5E14FAF-9E10-4FF5-8422-E1FA0B4B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3733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F706904F-932E-4C24-B49B-629159B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SANDBOXED FILES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25FAA22D-FC2E-41BA-A1A1-248ADDBB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file target swap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schema / version mismatch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0A46C-7542-46F5-95AB-7A91B469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9750"/>
            <a:ext cx="7086600" cy="175260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1C848-3629-4B22-A5F7-7071EBD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43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DEMO ATTACK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E7896-A5E3-441A-A4E8-005D8945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6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Approved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7EDDA-4587-4A26-A45C-956BB95B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Refund ₹8,000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71811-54A1-4365-9C39-DE04EAC6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67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Attempted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98701-7EE4-4541-A966-6BE6B726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19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Refund ₹80,000</a:t>
            </a:r>
          </a:p>
        </p:txBody>
      </p:sp>
      <p:sp>
        <p:nvSpPr>
          <p:cNvPr id="23" name="badge">
            <a:extLst xmlns:a="http://schemas.openxmlformats.org/drawingml/2006/main">
              <a:ext uri="{FF2B5EF4-FFF2-40B4-BE49-F238E27FC236}">
                <a16:creationId xmlns:a16="http://schemas.microsoft.com/office/drawing/2014/main" id="{50B3AC29-41FD-40D7-8F6C-053D5801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dge-label">
            <a:extLst xmlns:a="http://schemas.openxmlformats.org/drawingml/2006/main">
              <a:ext uri="{FF2B5EF4-FFF2-40B4-BE49-F238E27FC236}">
                <a16:creationId xmlns:a16="http://schemas.microsoft.com/office/drawing/2014/main" id="{BCA1DD8B-520D-4304-A73E-62A512FE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95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C471E-0D7F-4D6A-AC64-813D392E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Argument mismatch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D954C-1CC3-4D97-9094-2B326F1E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7086600" cy="175260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6568A-AB92-4D63-BFEE-F0A79A02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43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DEMO ATTACK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498AEE-EDE3-4595-892B-6E5121D8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86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Approved for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DF258-602D-4E30-A059-913291FD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38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Actor 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39A9E-02E6-466E-BA89-A86C5235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Executed by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9B7CE-B9C6-4858-A0B3-B3B71D60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19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Actor B</a:t>
            </a:r>
          </a:p>
        </p:txBody>
      </p:sp>
      <p:sp>
        <p:nvSpPr>
          <p:cNvPr id="32" name="badge">
            <a:extLst xmlns:a="http://schemas.openxmlformats.org/drawingml/2006/main">
              <a:ext uri="{FF2B5EF4-FFF2-40B4-BE49-F238E27FC236}">
                <a16:creationId xmlns:a16="http://schemas.microsoft.com/office/drawing/2014/main" id="{BDAF1B02-8687-4F55-9772-6BD90A5C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dge-label">
            <a:extLst xmlns:a="http://schemas.openxmlformats.org/drawingml/2006/main">
              <a:ext uri="{FF2B5EF4-FFF2-40B4-BE49-F238E27FC236}">
                <a16:creationId xmlns:a16="http://schemas.microsoft.com/office/drawing/2014/main" id="{5081F8E4-EDD5-4C14-A5D0-7F3DABB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957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BLOCKED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C40FDE-7C56-4C75-8CB2-C36E614F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815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Identity mismatch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570324-E226-4C6E-91CE-65179A32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867400"/>
            <a:ext cx="708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Each rejection produces an inspectable audit reason.</a:t>
            </a:r>
          </a:p>
        </p:txBody>
      </p:sp>
    </p:spTree>
    <p:extLst>
      <p:ext uri="{BB962C8B-B14F-4D97-AF65-F5344CB8AC3E}">
        <p14:creationId xmlns:p14="http://schemas.microsoft.com/office/powerpoint/2010/main" val="713672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07A591CD-C194-4E62-AF04-1D13097F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EVALUATION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CC5846-DBB8-48BA-B0DB-7806AAEF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Evaluation — AgentShield vs Request-Time Authorization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EA3561-B8C1-41B1-A6EA-CDB4AEE6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11FD6-593C-4D18-B193-89D1CAA4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314950" cy="3086100"/>
          </a:xfrm>
          <a:prstGeom xmlns:a="http://schemas.openxmlformats.org/drawingml/2006/main" prst="roundRect">
            <a:avLst>
              <a:gd name="adj" fmla="val 4938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20E4C-75BF-410A-AE2D-10B5FD44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1BC00-058C-400D-937F-4D5927C9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RBAC / OPA check only at request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B2C0B-3065-4B3F-9434-575B4EBF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4857750" cy="590550"/>
          </a:xfrm>
          <a:prstGeom xmlns:a="http://schemas.openxmlformats.org/drawingml/2006/main" prst="roundRect">
            <a:avLst>
              <a:gd name="adj" fmla="val 16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1F172-778A-4D64-8334-FC1DD9EA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Request  →  Authorization  →  Approval  →  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48C41-2320-452D-8629-A7D30365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CDAAB-7775-4A27-B076-A5EE4643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11D48"/>
                </a:solidFill>
                <a:latin typeface="Helvetica Neue"/>
                <a:ea typeface="Helvetica Neue"/>
                <a:cs typeface="Helvetica Neue"/>
              </a:rPr>
              <a:t>WEAKNESS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0D425-2767-48E7-8984-7B895939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No proof the eventual execution remained unchanged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100AA-A7D0-4FED-9593-BBC1E6C0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14950" cy="3086100"/>
          </a:xfrm>
          <a:prstGeom xmlns:a="http://schemas.openxmlformats.org/drawingml/2006/main" prst="roundRect">
            <a:avLst>
              <a:gd name="adj" fmla="val 4938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0C50B-9A64-4351-8E2E-155DA0EB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00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AGENTSHIELD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C9136-B5F4-4354-83A2-61E832D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05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Execution-time approval integrity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417AD-7D37-4391-BB37-1781F660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4857750" cy="590550"/>
          </a:xfrm>
          <a:prstGeom xmlns:a="http://schemas.openxmlformats.org/drawingml/2006/main" prst="roundRect">
            <a:avLst>
              <a:gd name="adj" fmla="val 16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0DE3D-9039-4EF1-A4BE-D17B38A0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Request  →  Authorization  →  Approval Binding  →  Execution Verification  → 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A7F42-1E2D-46BC-8239-028CEC93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0100B-F010-4107-8BAB-2C9B0046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STRENGTH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53BAA-7C05-4E62-A61F-4C5312A0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861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Re-validates the exact approved action before 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61592-33F9-426C-A61C-A314A30D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21" name="badge">
            <a:extLst xmlns:a="http://schemas.openxmlformats.org/drawingml/2006/main">
              <a:ext uri="{FF2B5EF4-FFF2-40B4-BE49-F238E27FC236}">
                <a16:creationId xmlns:a16="http://schemas.microsoft.com/office/drawing/2014/main" id="{4F19D103-795E-4269-95F0-31E3EAD4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20288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dge-label">
            <a:extLst xmlns:a="http://schemas.openxmlformats.org/drawingml/2006/main">
              <a:ext uri="{FF2B5EF4-FFF2-40B4-BE49-F238E27FC236}">
                <a16:creationId xmlns:a16="http://schemas.microsoft.com/office/drawing/2014/main" id="{9AD69F33-712A-4BF7-8C2E-E12D20E1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Attack-blocking recall</a:t>
            </a:r>
          </a:p>
        </p:txBody>
      </p:sp>
      <p:sp>
        <p:nvSpPr>
          <p:cNvPr id="23" name="badge">
            <a:extLst xmlns:a="http://schemas.openxmlformats.org/drawingml/2006/main">
              <a:ext uri="{FF2B5EF4-FFF2-40B4-BE49-F238E27FC236}">
                <a16:creationId xmlns:a16="http://schemas.microsoft.com/office/drawing/2014/main" id="{4A727CE8-2F84-4691-A029-B93C74DE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238750"/>
            <a:ext cx="20288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dge-label">
            <a:extLst xmlns:a="http://schemas.openxmlformats.org/drawingml/2006/main">
              <a:ext uri="{FF2B5EF4-FFF2-40B4-BE49-F238E27FC236}">
                <a16:creationId xmlns:a16="http://schemas.microsoft.com/office/drawing/2014/main" id="{71350DC4-D8AB-4060-9547-A23E5B8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673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Legitimate false-block rate</a:t>
            </a:r>
          </a:p>
        </p:txBody>
      </p:sp>
      <p:sp>
        <p:nvSpPr>
          <p:cNvPr id="25" name="badge">
            <a:extLst xmlns:a="http://schemas.openxmlformats.org/drawingml/2006/main">
              <a:ext uri="{FF2B5EF4-FFF2-40B4-BE49-F238E27FC236}">
                <a16:creationId xmlns:a16="http://schemas.microsoft.com/office/drawing/2014/main" id="{EB1FC0A5-99DE-4E0D-94F6-6E76C292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38750"/>
            <a:ext cx="20288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dge-label">
            <a:extLst xmlns:a="http://schemas.openxmlformats.org/drawingml/2006/main">
              <a:ext uri="{FF2B5EF4-FFF2-40B4-BE49-F238E27FC236}">
                <a16:creationId xmlns:a16="http://schemas.microsoft.com/office/drawing/2014/main" id="{5D741746-298B-495C-A721-3476F810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673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Replay / duplicate rate</a:t>
            </a:r>
          </a:p>
        </p:txBody>
      </p:sp>
      <p:sp>
        <p:nvSpPr>
          <p:cNvPr id="27" name="badge">
            <a:extLst xmlns:a="http://schemas.openxmlformats.org/drawingml/2006/main">
              <a:ext uri="{FF2B5EF4-FFF2-40B4-BE49-F238E27FC236}">
                <a16:creationId xmlns:a16="http://schemas.microsoft.com/office/drawing/2014/main" id="{BFC66922-8B9B-47A0-9E4B-012F7646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238750"/>
            <a:ext cx="20288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adge-label">
            <a:extLst xmlns:a="http://schemas.openxmlformats.org/drawingml/2006/main">
              <a:ext uri="{FF2B5EF4-FFF2-40B4-BE49-F238E27FC236}">
                <a16:creationId xmlns:a16="http://schemas.microsoft.com/office/drawing/2014/main" id="{895D3B58-5A99-4A27-8045-0A5C6768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673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Verification latency</a:t>
            </a:r>
          </a:p>
        </p:txBody>
      </p:sp>
      <p:sp>
        <p:nvSpPr>
          <p:cNvPr id="29" name="badge">
            <a:extLst xmlns:a="http://schemas.openxmlformats.org/drawingml/2006/main">
              <a:ext uri="{FF2B5EF4-FFF2-40B4-BE49-F238E27FC236}">
                <a16:creationId xmlns:a16="http://schemas.microsoft.com/office/drawing/2014/main" id="{E127DE75-D372-4D50-93F0-70B9BC87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750"/>
            <a:ext cx="20288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dge-label">
            <a:extLst xmlns:a="http://schemas.openxmlformats.org/drawingml/2006/main">
              <a:ext uri="{FF2B5EF4-FFF2-40B4-BE49-F238E27FC236}">
                <a16:creationId xmlns:a16="http://schemas.microsoft.com/office/drawing/2014/main" id="{1683B144-4D2C-42F2-8663-49980119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673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Audit completeness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1A20B-AFC6-4D8E-934E-B3DAF421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False-positive analysis for legitimate actions</a:t>
            </a:r>
          </a:p>
        </p:txBody>
      </p:sp>
    </p:spTree>
    <p:extLst>
      <p:ext uri="{BB962C8B-B14F-4D97-AF65-F5344CB8AC3E}">
        <p14:creationId xmlns:p14="http://schemas.microsoft.com/office/powerpoint/2010/main" val="713672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">
            <a:extLst xmlns:a="http://schemas.openxmlformats.org/drawingml/2006/main">
              <a:ext uri="{FF2B5EF4-FFF2-40B4-BE49-F238E27FC236}">
                <a16:creationId xmlns:a16="http://schemas.microsoft.com/office/drawing/2014/main" id="{27EA47EE-EA10-41F8-9CBA-68D18CB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HOSTED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80FD-F3B5-4158-8501-DAB2E6E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Hosted Architecture — Where AgentShield Sits in the Execution Path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94154A-D0C6-48FA-9B79-39C98953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E9B41-FBBA-4272-887E-20791E35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31F5E-A50F-4BBB-B839-E993065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73755-B896-4A5D-8010-61DCB958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5463E-702F-491D-8C0C-D72D262D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F42A5-6C8C-44B7-931F-AF318ED0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02A04-BE48-4B0E-9DC7-ABA0EC34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F61A3-30D3-48DD-87AA-57A845C3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node">
            <a:extLst xmlns:a="http://schemas.openxmlformats.org/drawingml/2006/main">
              <a:ext uri="{FF2B5EF4-FFF2-40B4-BE49-F238E27FC236}">
                <a16:creationId xmlns:a16="http://schemas.microsoft.com/office/drawing/2014/main" id="{556B66DE-0D9F-425D-AD55-3DE2730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390650"/>
            <a:ext cx="5238750" cy="438150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node-accent">
            <a:extLst xmlns:a="http://schemas.openxmlformats.org/drawingml/2006/main">
              <a:ext uri="{FF2B5EF4-FFF2-40B4-BE49-F238E27FC236}">
                <a16:creationId xmlns:a16="http://schemas.microsoft.com/office/drawing/2014/main" id="{BABFAB91-AABC-4D59-BFD4-0D09934C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3906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">
            <a:extLst xmlns:a="http://schemas.openxmlformats.org/drawingml/2006/main">
              <a:ext uri="{FF2B5EF4-FFF2-40B4-BE49-F238E27FC236}">
                <a16:creationId xmlns:a16="http://schemas.microsoft.com/office/drawing/2014/main" id="{C577F06C-0D7A-4CC8-A4AB-6D73DBCC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4668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AI Agent / Client</a:t>
            </a:r>
          </a:p>
        </p:txBody>
      </p:sp>
      <p:sp>
        <p:nvSpPr>
          <p:cNvPr id="14" name="flow-node">
            <a:extLst xmlns:a="http://schemas.openxmlformats.org/drawingml/2006/main">
              <a:ext uri="{FF2B5EF4-FFF2-40B4-BE49-F238E27FC236}">
                <a16:creationId xmlns:a16="http://schemas.microsoft.com/office/drawing/2014/main" id="{65BB2E9A-CBB0-496F-A46E-295B73DE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43100"/>
            <a:ext cx="5238750" cy="438150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" name="node-accent">
            <a:extLst xmlns:a="http://schemas.openxmlformats.org/drawingml/2006/main">
              <a:ext uri="{FF2B5EF4-FFF2-40B4-BE49-F238E27FC236}">
                <a16:creationId xmlns:a16="http://schemas.microsoft.com/office/drawing/2014/main" id="{6FB4F1A4-A178-47A6-B480-2DD47A48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4310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94187861-C4B8-4BE0-B925-4A376AC0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1930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AgentShield Gateway API / SDK</a:t>
            </a:r>
          </a:p>
        </p:txBody>
      </p:sp>
      <p:sp>
        <p:nvSpPr>
          <p:cNvPr id="17" name="flow-node">
            <a:extLst xmlns:a="http://schemas.openxmlformats.org/drawingml/2006/main">
              <a:ext uri="{FF2B5EF4-FFF2-40B4-BE49-F238E27FC236}">
                <a16:creationId xmlns:a16="http://schemas.microsoft.com/office/drawing/2014/main" id="{F5EE051F-6C53-4256-8E42-E8388779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95550"/>
            <a:ext cx="5238750" cy="438150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node-accent">
            <a:extLst xmlns:a="http://schemas.openxmlformats.org/drawingml/2006/main">
              <a:ext uri="{FF2B5EF4-FFF2-40B4-BE49-F238E27FC236}">
                <a16:creationId xmlns:a16="http://schemas.microsoft.com/office/drawing/2014/main" id="{54C0FD24-9FBB-45C2-83C1-649635E6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955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">
            <a:extLst xmlns:a="http://schemas.openxmlformats.org/drawingml/2006/main">
              <a:ext uri="{FF2B5EF4-FFF2-40B4-BE49-F238E27FC236}">
                <a16:creationId xmlns:a16="http://schemas.microsoft.com/office/drawing/2014/main" id="{056E5806-625C-416C-9C75-8792963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717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Identity &amp; Delegation Validator</a:t>
            </a:r>
          </a:p>
        </p:txBody>
      </p:sp>
      <p:sp>
        <p:nvSpPr>
          <p:cNvPr id="20" name="flow-node">
            <a:extLst xmlns:a="http://schemas.openxmlformats.org/drawingml/2006/main">
              <a:ext uri="{FF2B5EF4-FFF2-40B4-BE49-F238E27FC236}">
                <a16:creationId xmlns:a16="http://schemas.microsoft.com/office/drawing/2014/main" id="{B239C23F-305D-4B00-8278-2622205C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5238750" cy="438150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1" name="node-accent">
            <a:extLst xmlns:a="http://schemas.openxmlformats.org/drawingml/2006/main">
              <a:ext uri="{FF2B5EF4-FFF2-40B4-BE49-F238E27FC236}">
                <a16:creationId xmlns:a16="http://schemas.microsoft.com/office/drawing/2014/main" id="{7B3D8661-610F-4FF7-BCE2-835FFBE2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node-label">
            <a:extLst xmlns:a="http://schemas.openxmlformats.org/drawingml/2006/main">
              <a:ext uri="{FF2B5EF4-FFF2-40B4-BE49-F238E27FC236}">
                <a16:creationId xmlns:a16="http://schemas.microsoft.com/office/drawing/2014/main" id="{F9DEA01C-C8D0-4744-B563-67DEAB7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2420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OPA / Cedar</a:t>
            </a:r>
          </a:p>
        </p:txBody>
      </p:sp>
      <p:sp>
        <p:nvSpPr>
          <p:cNvPr id="23" name="flow-node">
            <a:extLst xmlns:a="http://schemas.openxmlformats.org/drawingml/2006/main">
              <a:ext uri="{FF2B5EF4-FFF2-40B4-BE49-F238E27FC236}">
                <a16:creationId xmlns:a16="http://schemas.microsoft.com/office/drawing/2014/main" id="{048CF456-E89E-4D99-9165-88BC811D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5238750" cy="438150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4" name="node-accent">
            <a:extLst xmlns:a="http://schemas.openxmlformats.org/drawingml/2006/main">
              <a:ext uri="{FF2B5EF4-FFF2-40B4-BE49-F238E27FC236}">
                <a16:creationId xmlns:a16="http://schemas.microsoft.com/office/drawing/2014/main" id="{A63F00D3-DD19-4C0E-ABC4-A3C866AD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ode-label">
            <a:extLst xmlns:a="http://schemas.openxmlformats.org/drawingml/2006/main">
              <a:ext uri="{FF2B5EF4-FFF2-40B4-BE49-F238E27FC236}">
                <a16:creationId xmlns:a16="http://schemas.microsoft.com/office/drawing/2014/main" id="{F2E71D20-1CF3-44D1-ACA1-4625AD9C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766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 Service</a:t>
            </a:r>
          </a:p>
        </p:txBody>
      </p:sp>
      <p:sp>
        <p:nvSpPr>
          <p:cNvPr id="26" name="flow-node">
            <a:extLst xmlns:a="http://schemas.openxmlformats.org/drawingml/2006/main">
              <a:ext uri="{FF2B5EF4-FFF2-40B4-BE49-F238E27FC236}">
                <a16:creationId xmlns:a16="http://schemas.microsoft.com/office/drawing/2014/main" id="{688A38F3-FAED-41E8-A7EA-7E89F4AF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52900"/>
            <a:ext cx="5238750" cy="438150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7" name="node-accent">
            <a:extLst xmlns:a="http://schemas.openxmlformats.org/drawingml/2006/main">
              <a:ext uri="{FF2B5EF4-FFF2-40B4-BE49-F238E27FC236}">
                <a16:creationId xmlns:a16="http://schemas.microsoft.com/office/drawing/2014/main" id="{B76148CA-ADD8-4BA6-BF32-97E72194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5290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node-label">
            <a:extLst xmlns:a="http://schemas.openxmlformats.org/drawingml/2006/main">
              <a:ext uri="{FF2B5EF4-FFF2-40B4-BE49-F238E27FC236}">
                <a16:creationId xmlns:a16="http://schemas.microsoft.com/office/drawing/2014/main" id="{7E7463F9-3C6D-456D-934C-326424A0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Approval-Bound Capability</a:t>
            </a:r>
          </a:p>
        </p:txBody>
      </p:sp>
      <p:sp>
        <p:nvSpPr>
          <p:cNvPr id="29" name="flow-node">
            <a:extLst xmlns:a="http://schemas.openxmlformats.org/drawingml/2006/main">
              <a:ext uri="{FF2B5EF4-FFF2-40B4-BE49-F238E27FC236}">
                <a16:creationId xmlns:a16="http://schemas.microsoft.com/office/drawing/2014/main" id="{6E17F005-3FA3-4E10-8407-29CAF0CF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5238750" cy="438150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0" name="node-accent">
            <a:extLst xmlns:a="http://schemas.openxmlformats.org/drawingml/2006/main">
              <a:ext uri="{FF2B5EF4-FFF2-40B4-BE49-F238E27FC236}">
                <a16:creationId xmlns:a16="http://schemas.microsoft.com/office/drawing/2014/main" id="{E42CF899-63AB-4E6D-96A5-8B9D77B8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node-label">
            <a:extLst xmlns:a="http://schemas.openxmlformats.org/drawingml/2006/main">
              <a:ext uri="{FF2B5EF4-FFF2-40B4-BE49-F238E27FC236}">
                <a16:creationId xmlns:a16="http://schemas.microsoft.com/office/drawing/2014/main" id="{9FE75F77-BD5D-4ECC-B6A3-217A528A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815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Execution-Time Verifier</a:t>
            </a:r>
          </a:p>
        </p:txBody>
      </p:sp>
      <p:sp>
        <p:nvSpPr>
          <p:cNvPr id="32" name="flow-node">
            <a:extLst xmlns:a="http://schemas.openxmlformats.org/drawingml/2006/main">
              <a:ext uri="{FF2B5EF4-FFF2-40B4-BE49-F238E27FC236}">
                <a16:creationId xmlns:a16="http://schemas.microsoft.com/office/drawing/2014/main" id="{D72ADA81-1159-4A21-A2A5-8B8E586B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57800"/>
            <a:ext cx="5238750" cy="438150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3" name="node-accent">
            <a:extLst xmlns:a="http://schemas.openxmlformats.org/drawingml/2006/main">
              <a:ext uri="{FF2B5EF4-FFF2-40B4-BE49-F238E27FC236}">
                <a16:creationId xmlns:a16="http://schemas.microsoft.com/office/drawing/2014/main" id="{BFC1E2D7-6AC7-43DF-9A17-81447715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5780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node-label">
            <a:extLst xmlns:a="http://schemas.openxmlformats.org/drawingml/2006/main">
              <a:ext uri="{FF2B5EF4-FFF2-40B4-BE49-F238E27FC236}">
                <a16:creationId xmlns:a16="http://schemas.microsoft.com/office/drawing/2014/main" id="{FBC92404-3532-4C8C-B15A-06DBADE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Tool Adapter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A9DBE-EBC0-46F6-8039-B6C48F01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3638550" cy="1543050"/>
          </a:xfrm>
          <a:prstGeom xmlns:a="http://schemas.openxmlformats.org/drawingml/2006/main" prst="roundRect">
            <a:avLst>
              <a:gd name="adj" fmla="val 987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72E910-9C8B-4CBF-B534-26346BC7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TOOL DOMAINS</a:t>
            </a:r>
          </a:p>
        </p:txBody>
      </p:sp>
      <p:sp>
        <p:nvSpPr>
          <p:cNvPr id="37" name="badge">
            <a:extLst xmlns:a="http://schemas.openxmlformats.org/drawingml/2006/main">
              <a:ext uri="{FF2B5EF4-FFF2-40B4-BE49-F238E27FC236}">
                <a16:creationId xmlns:a16="http://schemas.microsoft.com/office/drawing/2014/main" id="{7AEA0F2C-CC74-4CBB-ABB5-62106525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3143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dge-label">
            <a:extLst xmlns:a="http://schemas.openxmlformats.org/drawingml/2006/main">
              <a:ext uri="{FF2B5EF4-FFF2-40B4-BE49-F238E27FC236}">
                <a16:creationId xmlns:a16="http://schemas.microsoft.com/office/drawing/2014/main" id="{14548CF6-1A7B-4C0A-A9D4-9CFC2E4A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0502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Refund</a:t>
            </a:r>
          </a:p>
        </p:txBody>
      </p:sp>
      <p:sp>
        <p:nvSpPr>
          <p:cNvPr id="39" name="badge">
            <a:extLst xmlns:a="http://schemas.openxmlformats.org/drawingml/2006/main">
              <a:ext uri="{FF2B5EF4-FFF2-40B4-BE49-F238E27FC236}">
                <a16:creationId xmlns:a16="http://schemas.microsoft.com/office/drawing/2014/main" id="{88FA2CDE-C8CF-4189-8EC9-2028653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3143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adge-label">
            <a:extLst xmlns:a="http://schemas.openxmlformats.org/drawingml/2006/main">
              <a:ext uri="{FF2B5EF4-FFF2-40B4-BE49-F238E27FC236}">
                <a16:creationId xmlns:a16="http://schemas.microsoft.com/office/drawing/2014/main" id="{E721BBFE-D43A-489B-BC60-2B166394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Email</a:t>
            </a:r>
          </a:p>
        </p:txBody>
      </p:sp>
      <p:sp>
        <p:nvSpPr>
          <p:cNvPr id="41" name="badge">
            <a:extLst xmlns:a="http://schemas.openxmlformats.org/drawingml/2006/main">
              <a:ext uri="{FF2B5EF4-FFF2-40B4-BE49-F238E27FC236}">
                <a16:creationId xmlns:a16="http://schemas.microsoft.com/office/drawing/2014/main" id="{EC0968D3-4FD9-47E2-A7ED-6F68A7A1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3143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adge-label">
            <a:extLst xmlns:a="http://schemas.openxmlformats.org/drawingml/2006/main">
              <a:ext uri="{FF2B5EF4-FFF2-40B4-BE49-F238E27FC236}">
                <a16:creationId xmlns:a16="http://schemas.microsoft.com/office/drawing/2014/main" id="{AA334711-3273-4BFB-8E1A-449DAB27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5272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Sandboxed Files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2B9D02-CA81-4A07-89BD-0706A2A6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3638550" cy="20574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284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8E2098-066F-4E76-A8A4-E4978EEA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AUDIT STORE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5C9688-8BC5-4B80-82F0-52A48EF4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request  •  policy decision  •  approval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bound values  •  verification result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rejection reason  •  execution 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1DDE31-D54F-4926-AB46-9572E2D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72050"/>
            <a:ext cx="2952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FDDFE7-9BFB-4E4D-9D34-5293F96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387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Hosted Audit &amp; Replay Dashboard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B31282-2253-4698-88EF-C3405A72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3387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284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A857B3-B401-4244-AC8F-E4EDD3D2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Final product: Gateway API / SDK + hosted audit-and-replay interface</a:t>
            </a:r>
          </a:p>
        </p:txBody>
      </p:sp>
    </p:spTree>
    <p:extLst>
      <p:ext uri="{BB962C8B-B14F-4D97-AF65-F5344CB8AC3E}">
        <p14:creationId xmlns:p14="http://schemas.microsoft.com/office/powerpoint/2010/main" val="1121096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A0C8F5F4-3063-472F-8E94-795E6A54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17-WEEK IMPLEMENTATION 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0F602A-D098-428C-A4F5-6BAB0A0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17-Week Implementation Roadmap — From Protocol Design to Hosted Evaluation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A60036-EC49-43BA-AD6E-92B1EA78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arrow">
            <a:extLst xmlns:a="http://schemas.openxmlformats.org/drawingml/2006/main">
              <a:ext uri="{FF2B5EF4-FFF2-40B4-BE49-F238E27FC236}">
                <a16:creationId xmlns:a16="http://schemas.microsoft.com/office/drawing/2014/main" id="{8A067273-8DEA-43C0-96FB-391E7159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145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25DE6A8-2705-448B-9C1F-32B958D3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36E21503-AE9F-4DD0-9089-E4543388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145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15E30D6E-73CC-4EEB-BDAD-BDAA9E0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44644-83B3-402F-9FF0-1A4B00B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2000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284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ED769-45F0-4ED2-AFAC-08BDB4D7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WEEKS 1–2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19DE4-02C7-4291-A4D0-F952068D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Threat Model &amp;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Requirements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30EFC-CAF1-43E9-A208-79E28C0D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43050"/>
            <a:ext cx="2000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284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ADF37-CC9C-40D7-B1C4-E8CCD18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573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WEEKS 3–4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52D87-EF5E-4BDC-8A75-2CD2FFD0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621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Protocol &amp;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State Machine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8A6B9-FF4D-4F57-A03B-4DF19DAB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43050"/>
            <a:ext cx="2000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284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99273-00B0-4C91-A10F-9AB71CBE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573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WEEKS 5–6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C4134-48E6-4317-9E10-8B0FFCD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621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OPA/Cedar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6CAFD-C004-4753-A94B-2726093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2000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284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34BCA-02F9-487E-837B-02AD0BA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573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WEEKS 7–9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76EEB-5A41-4E7A-AB7B-E62D0DD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Approval Binding +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Execution Verifier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3596F-7B4D-4E87-BDB0-D1316460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43050"/>
            <a:ext cx="2000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28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989F1-8029-42A8-8B2D-941A2C7D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573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284C7"/>
                </a:solidFill>
                <a:latin typeface="Helvetica Neue"/>
                <a:ea typeface="Helvetica Neue"/>
                <a:cs typeface="Helvetica Neue"/>
              </a:rPr>
              <a:t>WEEKS 10–11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5067A-4AF1-4010-B5AB-44BCBDC6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Identity, Delegation &amp;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Replay Protection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9DF9D-96D7-499F-9DC5-D972513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95600"/>
            <a:ext cx="2476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8372E-0434-4276-BF33-7D91AFAC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718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15E7A-DB1E-481A-B8A5-F8C29AA7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20955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57A8F-90CD-4E9B-ADB4-5CF34E7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20955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F14DE-2F8E-4F65-AA85-2CBF5739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62400"/>
            <a:ext cx="20955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F4F0E3-B060-4C93-ADB7-BE8A897F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381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882F48-FC6E-4EBA-875E-09ED075A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WEEK 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0E699-419D-46EA-B143-1909ABA0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Deployment +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Final Evaluation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E4E5B-E48D-46AB-85FB-7F03C691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2381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6FD22-54B7-4EAE-810A-7B46DAED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052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WEEK 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925682-9E2B-44E7-8EDC-70D42E5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00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Dashboard + Metrics +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False-Positive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4204D0-7642-4136-BB0B-30E8C36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2381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F3952E-F405-4F5A-925A-85C8DD86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WEEKS 14–15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0DDE68-ACA5-43D7-95A8-BA31F451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100+ Trace Benchmark +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Baseline Testing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E3ACD6-631D-4AF1-8B77-2613D716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3812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528B39-469B-4792-BDD0-19029844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WEEKS 12–13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C2C3B3-6D17-471B-A23C-3FA722A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Refund, Email &amp;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File Adapters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D2C6CD-959F-439E-ABFC-565E7D30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0058400" cy="895350"/>
          </a:xfrm>
          <a:prstGeom xmlns:a="http://schemas.openxmlformats.org/drawingml/2006/main" prst="roundRect">
            <a:avLst>
              <a:gd name="adj" fmla="val 170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8C699F-052A-4031-AE93-9B3B1DA5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102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B70FA0-EA2E-4A64-9C6D-471CE99A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Prove that the action executed is exactly the action that policy and human approval authorized.</a:t>
            </a:r>
          </a:p>
        </p:txBody>
      </p:sp>
    </p:spTree>
    <p:extLst>
      <p:ext uri="{BB962C8B-B14F-4D97-AF65-F5344CB8AC3E}">
        <p14:creationId xmlns:p14="http://schemas.microsoft.com/office/powerpoint/2010/main" val="1121096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2026-08-16T17:06:38.0310000Z</dcterms:created>
  <dcterms:modified xsi:type="dcterms:W3CDTF">2026-08-16T17:06:38.0310000Z</dcterms:modified>
</coreProperties>
</file>